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5"/>
  </p:sldMasterIdLst>
  <p:notesMasterIdLst>
    <p:notesMasterId r:id="rId20"/>
  </p:notesMasterIdLst>
  <p:sldIdLst/>
  <p:sldSz cx="9144000" cy="6858000" type="screen4x3"/>
  <p:notesSz cx="6858000" cy="9144000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EA4653-5915-48A9-8C31-F9F11621CCE5}" v="4" dt="2026-01-29T17:00:18.4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31" d="100"/>
          <a:sy n="131" d="100"/>
        </p:scale>
        <p:origin x="-816" y="3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20" Type="http://schemas.openxmlformats.org/officeDocument/2006/relationships/notesMaster" Target="notesMasters/notesMaster1.xml"/><Relationship Id="rId21" Type="http://schemas.openxmlformats.org/officeDocument/2006/relationships/tags" Target="tags/tag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Martin (CA)" userId="9f06d854-bc37-48ca-b3de-ffb36b6be838" providerId="ADAL" clId="{3BD7593C-C5FD-4082-9172-4D206CECEFC1}"/>
    <pc:docChg chg="custSel addSld delSld modSld sldOrd">
      <pc:chgData name="David Martin (CA)" userId="9f06d854-bc37-48ca-b3de-ffb36b6be838" providerId="ADAL" clId="{3BD7593C-C5FD-4082-9172-4D206CECEFC1}" dt="2026-01-29T17:00:24.336" v="154" actId="47"/>
      <pc:docMkLst>
        <pc:docMk/>
      </pc:docMkLst>
      <pc:sldChg chg="addSp delSp modSp add mod ord modClrScheme chgLayout">
        <pc:chgData name="David Martin (CA)" userId="9f06d854-bc37-48ca-b3de-ffb36b6be838" providerId="ADAL" clId="{3BD7593C-C5FD-4082-9172-4D206CECEFC1}" dt="2026-01-29T16:44:50.263" v="148" actId="20577"/>
        <pc:sldMkLst>
          <pc:docMk/>
          <pc:sldMk cId="0" sldId="256"/>
        </pc:sldMkLst>
        <pc:spChg chg="mod">
          <ac:chgData name="David Martin (CA)" userId="9f06d854-bc37-48ca-b3de-ffb36b6be838" providerId="ADAL" clId="{3BD7593C-C5FD-4082-9172-4D206CECEFC1}" dt="2026-01-29T14:58:08.780" v="119" actId="403"/>
          <ac:spMkLst>
            <pc:docMk/>
            <pc:sldMk cId="0" sldId="256"/>
            <ac:spMk id="3" creationId="{00000000-0000-0000-0000-000000000000}"/>
          </ac:spMkLst>
        </pc:spChg>
        <pc:spChg chg="mod ord">
          <ac:chgData name="David Martin (CA)" userId="9f06d854-bc37-48ca-b3de-ffb36b6be838" providerId="ADAL" clId="{3BD7593C-C5FD-4082-9172-4D206CECEFC1}" dt="2026-01-29T16:44:50.263" v="148" actId="20577"/>
          <ac:spMkLst>
            <pc:docMk/>
            <pc:sldMk cId="0" sldId="256"/>
            <ac:spMk id="4" creationId="{00000000-0000-0000-0000-000000000000}"/>
          </ac:spMkLst>
        </pc:spChg>
        <pc:spChg chg="mod ord">
          <ac:chgData name="David Martin (CA)" userId="9f06d854-bc37-48ca-b3de-ffb36b6be838" providerId="ADAL" clId="{3BD7593C-C5FD-4082-9172-4D206CECEFC1}" dt="2026-01-29T16:40:18.481" v="131" actId="1076"/>
          <ac:spMkLst>
            <pc:docMk/>
            <pc:sldMk cId="0" sldId="256"/>
            <ac:spMk id="5" creationId="{00000000-0000-0000-0000-000000000000}"/>
          </ac:spMkLst>
        </pc:spChg>
        <pc:spChg chg="del mod ord">
          <ac:chgData name="David Martin (CA)" userId="9f06d854-bc37-48ca-b3de-ffb36b6be838" providerId="ADAL" clId="{3BD7593C-C5FD-4082-9172-4D206CECEFC1}" dt="2026-01-29T16:39:52.579" v="123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David Martin (CA)" userId="9f06d854-bc37-48ca-b3de-ffb36b6be838" providerId="ADAL" clId="{3BD7593C-C5FD-4082-9172-4D206CECEFC1}" dt="2026-01-29T16:40:22.785" v="132" actId="14100"/>
          <ac:spMkLst>
            <pc:docMk/>
            <pc:sldMk cId="0" sldId="256"/>
            <ac:spMk id="7" creationId="{00000000-0000-0000-0000-000000000000}"/>
          </ac:spMkLst>
        </pc:spChg>
        <pc:spChg chg="add mod">
          <ac:chgData name="David Martin (CA)" userId="9f06d854-bc37-48ca-b3de-ffb36b6be838" providerId="ADAL" clId="{3BD7593C-C5FD-4082-9172-4D206CECEFC1}" dt="2026-01-29T14:55:28.422" v="47" actId="26606"/>
          <ac:spMkLst>
            <pc:docMk/>
            <pc:sldMk cId="0" sldId="256"/>
            <ac:spMk id="12" creationId="{39338E94-2407-FF37-CE56-42E8C9128B18}"/>
          </ac:spMkLst>
        </pc:spChg>
        <pc:spChg chg="add mod">
          <ac:chgData name="David Martin (CA)" userId="9f06d854-bc37-48ca-b3de-ffb36b6be838" providerId="ADAL" clId="{3BD7593C-C5FD-4082-9172-4D206CECEFC1}" dt="2026-01-29T14:55:28.422" v="47" actId="26606"/>
          <ac:spMkLst>
            <pc:docMk/>
            <pc:sldMk cId="0" sldId="256"/>
            <ac:spMk id="14" creationId="{58A8A4BA-A1BF-EE81-DE46-216FF71BBA8B}"/>
          </ac:spMkLst>
        </pc:spChg>
      </pc:sldChg>
      <pc:sldChg chg="new del">
        <pc:chgData name="David Martin (CA)" userId="9f06d854-bc37-48ca-b3de-ffb36b6be838" providerId="ADAL" clId="{3BD7593C-C5FD-4082-9172-4D206CECEFC1}" dt="2026-01-29T14:58:20.562" v="122" actId="47"/>
        <pc:sldMkLst>
          <pc:docMk/>
          <pc:sldMk cId="1263144790" sldId="314"/>
        </pc:sldMkLst>
      </pc:sldChg>
      <pc:sldChg chg="addSp delSp modSp new del mod modClrScheme chgLayout">
        <pc:chgData name="David Martin (CA)" userId="9f06d854-bc37-48ca-b3de-ffb36b6be838" providerId="ADAL" clId="{3BD7593C-C5FD-4082-9172-4D206CECEFC1}" dt="2026-01-29T17:00:24.336" v="154" actId="47"/>
        <pc:sldMkLst>
          <pc:docMk/>
          <pc:sldMk cId="1713470026" sldId="314"/>
        </pc:sldMkLst>
        <pc:spChg chg="del mod ord">
          <ac:chgData name="David Martin (CA)" userId="9f06d854-bc37-48ca-b3de-ffb36b6be838" providerId="ADAL" clId="{3BD7593C-C5FD-4082-9172-4D206CECEFC1}" dt="2026-01-29T17:00:07.324" v="150" actId="700"/>
          <ac:spMkLst>
            <pc:docMk/>
            <pc:sldMk cId="1713470026" sldId="314"/>
            <ac:spMk id="2" creationId="{A6B1DC3E-ACCE-E58B-8BA7-CAD03FA44BE3}"/>
          </ac:spMkLst>
        </pc:spChg>
        <pc:spChg chg="del mod ord">
          <ac:chgData name="David Martin (CA)" userId="9f06d854-bc37-48ca-b3de-ffb36b6be838" providerId="ADAL" clId="{3BD7593C-C5FD-4082-9172-4D206CECEFC1}" dt="2026-01-29T17:00:07.324" v="150" actId="700"/>
          <ac:spMkLst>
            <pc:docMk/>
            <pc:sldMk cId="1713470026" sldId="314"/>
            <ac:spMk id="3" creationId="{5BEA8745-B986-3CBF-7130-31B6F5F4DE58}"/>
          </ac:spMkLst>
        </pc:spChg>
        <pc:spChg chg="del">
          <ac:chgData name="David Martin (CA)" userId="9f06d854-bc37-48ca-b3de-ffb36b6be838" providerId="ADAL" clId="{3BD7593C-C5FD-4082-9172-4D206CECEFC1}" dt="2026-01-29T17:00:07.324" v="150" actId="700"/>
          <ac:spMkLst>
            <pc:docMk/>
            <pc:sldMk cId="1713470026" sldId="314"/>
            <ac:spMk id="4" creationId="{7A5BF2A3-53C2-187C-A59F-408F71F9840C}"/>
          </ac:spMkLst>
        </pc:spChg>
        <pc:spChg chg="del">
          <ac:chgData name="David Martin (CA)" userId="9f06d854-bc37-48ca-b3de-ffb36b6be838" providerId="ADAL" clId="{3BD7593C-C5FD-4082-9172-4D206CECEFC1}" dt="2026-01-29T17:00:07.324" v="150" actId="700"/>
          <ac:spMkLst>
            <pc:docMk/>
            <pc:sldMk cId="1713470026" sldId="314"/>
            <ac:spMk id="5" creationId="{1BCFC7BF-B329-6B2F-F336-F0BE522EE528}"/>
          </ac:spMkLst>
        </pc:spChg>
        <pc:spChg chg="del">
          <ac:chgData name="David Martin (CA)" userId="9f06d854-bc37-48ca-b3de-ffb36b6be838" providerId="ADAL" clId="{3BD7593C-C5FD-4082-9172-4D206CECEFC1}" dt="2026-01-29T17:00:07.324" v="150" actId="700"/>
          <ac:spMkLst>
            <pc:docMk/>
            <pc:sldMk cId="1713470026" sldId="314"/>
            <ac:spMk id="6" creationId="{E7DEC170-5E3F-6AE5-3CE4-668CF0C6A809}"/>
          </ac:spMkLst>
        </pc:spChg>
        <pc:spChg chg="mod ord">
          <ac:chgData name="David Martin (CA)" userId="9f06d854-bc37-48ca-b3de-ffb36b6be838" providerId="ADAL" clId="{3BD7593C-C5FD-4082-9172-4D206CECEFC1}" dt="2026-01-29T17:00:07.324" v="150" actId="700"/>
          <ac:spMkLst>
            <pc:docMk/>
            <pc:sldMk cId="1713470026" sldId="314"/>
            <ac:spMk id="7" creationId="{9C09F2B2-F5D3-9C35-436B-C9FB9CFF23BF}"/>
          </ac:spMkLst>
        </pc:spChg>
        <pc:spChg chg="mod ord">
          <ac:chgData name="David Martin (CA)" userId="9f06d854-bc37-48ca-b3de-ffb36b6be838" providerId="ADAL" clId="{3BD7593C-C5FD-4082-9172-4D206CECEFC1}" dt="2026-01-29T17:00:07.324" v="150" actId="700"/>
          <ac:spMkLst>
            <pc:docMk/>
            <pc:sldMk cId="1713470026" sldId="314"/>
            <ac:spMk id="8" creationId="{E3ED2C6F-83CA-2765-0EF6-A88523423057}"/>
          </ac:spMkLst>
        </pc:spChg>
        <pc:spChg chg="add mod ord">
          <ac:chgData name="David Martin (CA)" userId="9f06d854-bc37-48ca-b3de-ffb36b6be838" providerId="ADAL" clId="{3BD7593C-C5FD-4082-9172-4D206CECEFC1}" dt="2026-01-29T17:00:07.324" v="150" actId="700"/>
          <ac:spMkLst>
            <pc:docMk/>
            <pc:sldMk cId="1713470026" sldId="314"/>
            <ac:spMk id="9" creationId="{810A0D8B-3B0F-F9F3-D70B-71E9DD8A07D3}"/>
          </ac:spMkLst>
        </pc:spChg>
        <pc:spChg chg="add del mod ord">
          <ac:chgData name="David Martin (CA)" userId="9f06d854-bc37-48ca-b3de-ffb36b6be838" providerId="ADAL" clId="{3BD7593C-C5FD-4082-9172-4D206CECEFC1}" dt="2026-01-29T17:00:17.089" v="152" actId="478"/>
          <ac:spMkLst>
            <pc:docMk/>
            <pc:sldMk cId="1713470026" sldId="314"/>
            <ac:spMk id="10" creationId="{46228559-8F1F-06F1-AEBF-67A23F85D310}"/>
          </ac:spMkLst>
        </pc:spChg>
        <pc:spChg chg="add">
          <ac:chgData name="David Martin (CA)" userId="9f06d854-bc37-48ca-b3de-ffb36b6be838" providerId="ADAL" clId="{3BD7593C-C5FD-4082-9172-4D206CECEFC1}" dt="2026-01-29T17:00:10.901" v="151"/>
          <ac:spMkLst>
            <pc:docMk/>
            <pc:sldMk cId="1713470026" sldId="314"/>
            <ac:spMk id="11" creationId="{67CB43E3-D49F-8DE3-26DD-852FE48DC5BE}"/>
          </ac:spMkLst>
        </pc:spChg>
        <pc:spChg chg="add">
          <ac:chgData name="David Martin (CA)" userId="9f06d854-bc37-48ca-b3de-ffb36b6be838" providerId="ADAL" clId="{3BD7593C-C5FD-4082-9172-4D206CECEFC1}" dt="2026-01-29T17:00:10.901" v="151"/>
          <ac:spMkLst>
            <pc:docMk/>
            <pc:sldMk cId="1713470026" sldId="314"/>
            <ac:spMk id="12" creationId="{9F82A0C4-E953-C54A-567A-F8A77123EB02}"/>
          </ac:spMkLst>
        </pc:spChg>
        <pc:spChg chg="add">
          <ac:chgData name="David Martin (CA)" userId="9f06d854-bc37-48ca-b3de-ffb36b6be838" providerId="ADAL" clId="{3BD7593C-C5FD-4082-9172-4D206CECEFC1}" dt="2026-01-29T17:00:10.901" v="151"/>
          <ac:spMkLst>
            <pc:docMk/>
            <pc:sldMk cId="1713470026" sldId="314"/>
            <ac:spMk id="13" creationId="{88440D00-8D25-2E05-23A9-46878C5D9F1F}"/>
          </ac:spMkLst>
        </pc:spChg>
        <pc:spChg chg="add">
          <ac:chgData name="David Martin (CA)" userId="9f06d854-bc37-48ca-b3de-ffb36b6be838" providerId="ADAL" clId="{3BD7593C-C5FD-4082-9172-4D206CECEFC1}" dt="2026-01-29T17:00:10.901" v="151"/>
          <ac:spMkLst>
            <pc:docMk/>
            <pc:sldMk cId="1713470026" sldId="314"/>
            <ac:spMk id="14" creationId="{07FE7910-45CA-2109-F207-EFB9EBF5047D}"/>
          </ac:spMkLst>
        </pc:spChg>
        <pc:spChg chg="add">
          <ac:chgData name="David Martin (CA)" userId="9f06d854-bc37-48ca-b3de-ffb36b6be838" providerId="ADAL" clId="{3BD7593C-C5FD-4082-9172-4D206CECEFC1}" dt="2026-01-29T17:00:18.427" v="153"/>
          <ac:spMkLst>
            <pc:docMk/>
            <pc:sldMk cId="1713470026" sldId="314"/>
            <ac:spMk id="15" creationId="{B820A2FF-4938-CE52-9238-859A3F8A4193}"/>
          </ac:spMkLst>
        </pc:spChg>
        <pc:spChg chg="add">
          <ac:chgData name="David Martin (CA)" userId="9f06d854-bc37-48ca-b3de-ffb36b6be838" providerId="ADAL" clId="{3BD7593C-C5FD-4082-9172-4D206CECEFC1}" dt="2026-01-29T17:00:18.427" v="153"/>
          <ac:spMkLst>
            <pc:docMk/>
            <pc:sldMk cId="1713470026" sldId="314"/>
            <ac:spMk id="16" creationId="{A2F854F0-B78B-5C93-6572-DC13E6F9EC5E}"/>
          </ac:spMkLst>
        </pc:spChg>
        <pc:spChg chg="add">
          <ac:chgData name="David Martin (CA)" userId="9f06d854-bc37-48ca-b3de-ffb36b6be838" providerId="ADAL" clId="{3BD7593C-C5FD-4082-9172-4D206CECEFC1}" dt="2026-01-29T17:00:18.427" v="153"/>
          <ac:spMkLst>
            <pc:docMk/>
            <pc:sldMk cId="1713470026" sldId="314"/>
            <ac:spMk id="17" creationId="{EFF59CFD-071B-7F8C-A85C-AB14745A9EFE}"/>
          </ac:spMkLst>
        </pc:spChg>
        <pc:spChg chg="add">
          <ac:chgData name="David Martin (CA)" userId="9f06d854-bc37-48ca-b3de-ffb36b6be838" providerId="ADAL" clId="{3BD7593C-C5FD-4082-9172-4D206CECEFC1}" dt="2026-01-29T17:00:18.427" v="153"/>
          <ac:spMkLst>
            <pc:docMk/>
            <pc:sldMk cId="1713470026" sldId="314"/>
            <ac:spMk id="18" creationId="{09991B45-5354-2E80-D92B-57134DFB285B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85099-F021-4B21-B034-E6863BE2725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330578-47C6-46D3-93D2-CD8E658F3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39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7" y="1716"/>
            <a:ext cx="9141713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429" y="1963495"/>
            <a:ext cx="4248416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050"/>
              </a:spcBef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1428" y="6054487"/>
            <a:ext cx="3513335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  <a:defRPr sz="1050" b="0"/>
            </a:lvl1pPr>
            <a:lvl2pPr marL="0" indent="0" algn="l">
              <a:lnSpc>
                <a:spcPct val="100000"/>
              </a:lnSpc>
              <a:spcBef>
                <a:spcPts val="75"/>
              </a:spcBef>
              <a:buNone/>
              <a:defRPr sz="1050" b="1">
                <a:latin typeface="+mn-lt"/>
              </a:defRPr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544" y="383381"/>
            <a:ext cx="798005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6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429" y="1963495"/>
            <a:ext cx="4248416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050"/>
              </a:spcBef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1428" y="6054487"/>
            <a:ext cx="3513335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  <a:defRPr sz="1050" b="0"/>
            </a:lvl1pPr>
            <a:lvl2pPr marL="0" indent="0" algn="l">
              <a:lnSpc>
                <a:spcPct val="100000"/>
              </a:lnSpc>
              <a:spcBef>
                <a:spcPts val="75"/>
              </a:spcBef>
              <a:buNone/>
              <a:defRPr sz="1050" b="1">
                <a:latin typeface="+mn-lt"/>
              </a:defRPr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544" y="383381"/>
            <a:ext cx="798005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97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7" y="1716"/>
            <a:ext cx="9141713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429" y="1963495"/>
            <a:ext cx="4248416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050"/>
              </a:spcBef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1428" y="6054487"/>
            <a:ext cx="3513335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  <a:defRPr sz="1050" b="0"/>
            </a:lvl1pPr>
            <a:lvl2pPr marL="0" indent="0" algn="l">
              <a:lnSpc>
                <a:spcPct val="100000"/>
              </a:lnSpc>
              <a:spcBef>
                <a:spcPts val="75"/>
              </a:spcBef>
              <a:buNone/>
              <a:defRPr sz="1050" b="1">
                <a:latin typeface="+mn-lt"/>
              </a:defRPr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544" y="383381"/>
            <a:ext cx="798005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268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429" y="1963495"/>
            <a:ext cx="4248416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050"/>
              </a:spcBef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1428" y="6054487"/>
            <a:ext cx="3513335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  <a:defRPr sz="1050" b="0"/>
            </a:lvl1pPr>
            <a:lvl2pPr marL="0" indent="0" algn="l">
              <a:lnSpc>
                <a:spcPct val="100000"/>
              </a:lnSpc>
              <a:spcBef>
                <a:spcPts val="75"/>
              </a:spcBef>
              <a:buNone/>
              <a:defRPr sz="1050" b="1">
                <a:latin typeface="+mn-lt"/>
              </a:defRPr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544" y="383381"/>
            <a:ext cx="798005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741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964" y="4007973"/>
            <a:ext cx="3503799" cy="1298448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0221" y="402655"/>
            <a:ext cx="4230886" cy="3521964"/>
          </a:xfrm>
        </p:spPr>
        <p:txBody>
          <a:bodyPr/>
          <a:lstStyle>
            <a:lvl1pPr>
              <a:lnSpc>
                <a:spcPct val="125000"/>
              </a:lnSpc>
              <a:defRPr sz="1125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750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435" y="400050"/>
            <a:ext cx="4232672" cy="2970214"/>
          </a:xfrm>
        </p:spPr>
        <p:txBody>
          <a:bodyPr/>
          <a:lstStyle>
            <a:lvl1pPr>
              <a:spcAft>
                <a:spcPts val="900"/>
              </a:spcAft>
              <a:defRPr sz="1050"/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1" y="3998914"/>
            <a:ext cx="360104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21550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17607"/>
            <a:ext cx="2585612" cy="12125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19539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435" y="400051"/>
            <a:ext cx="4232672" cy="3998913"/>
          </a:xfrm>
        </p:spPr>
        <p:txBody>
          <a:bodyPr/>
          <a:lstStyle>
            <a:lvl1pPr>
              <a:spcAft>
                <a:spcPts val="900"/>
              </a:spcAft>
              <a:defRPr sz="1050"/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1" y="3998914"/>
            <a:ext cx="360104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21550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17607"/>
            <a:ext cx="2585612" cy="12125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93326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435" y="400050"/>
            <a:ext cx="4232672" cy="5653088"/>
          </a:xfrm>
        </p:spPr>
        <p:txBody>
          <a:bodyPr/>
          <a:lstStyle>
            <a:lvl1pPr>
              <a:spcAft>
                <a:spcPts val="900"/>
              </a:spcAft>
              <a:defRPr sz="1050"/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1" y="3998914"/>
            <a:ext cx="360104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21550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17607"/>
            <a:ext cx="2585612" cy="12125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75021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9298" y="400050"/>
            <a:ext cx="4951810" cy="5653088"/>
          </a:xfrm>
        </p:spPr>
        <p:txBody>
          <a:bodyPr/>
          <a:lstStyle>
            <a:lvl1pPr>
              <a:spcAft>
                <a:spcPts val="900"/>
              </a:spcAft>
              <a:defRPr sz="1050"/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1" y="3998914"/>
            <a:ext cx="288071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21550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17607"/>
            <a:ext cx="2585612" cy="12125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20448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329" y="3459959"/>
            <a:ext cx="423438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050"/>
              </a:spcBef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45368" y="572408"/>
            <a:ext cx="2596571" cy="3231654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6250" b="0" kern="100" spc="-38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834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329" y="3459959"/>
            <a:ext cx="423438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050"/>
              </a:spcBef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45368" y="576072"/>
            <a:ext cx="2596571" cy="3231654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6250" b="0" kern="100" spc="-38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178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9141713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23" y="3372236"/>
            <a:ext cx="4230887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050"/>
              </a:spcBef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45368" y="576072"/>
            <a:ext cx="2596571" cy="3231654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6250" b="0" kern="100" spc="-38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1824" y="5029716"/>
            <a:ext cx="4230887" cy="990083"/>
          </a:xfrm>
        </p:spPr>
        <p:txBody>
          <a:bodyPr/>
          <a:lstStyle>
            <a:lvl1pPr>
              <a:defRPr sz="975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6046" y="6501385"/>
            <a:ext cx="274320" cy="161583"/>
          </a:xfrm>
        </p:spPr>
        <p:txBody>
          <a:bodyPr>
            <a:noAutofit/>
          </a:bodyPr>
          <a:lstStyle>
            <a:lvl1pPr>
              <a:defRPr sz="788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952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64849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7900" y="919163"/>
            <a:ext cx="2784661" cy="1938337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7900" y="2971800"/>
            <a:ext cx="2793206" cy="2967038"/>
          </a:xfrm>
        </p:spPr>
        <p:txBody>
          <a:bodyPr/>
          <a:lstStyle>
            <a:lvl1pPr>
              <a:lnSpc>
                <a:spcPct val="125000"/>
              </a:lnSpc>
              <a:defRPr sz="1200" b="0">
                <a:latin typeface="+mj-lt"/>
              </a:defRPr>
            </a:lvl1pPr>
            <a:lvl2pPr marL="125016" indent="0">
              <a:defRPr/>
            </a:lvl2pPr>
            <a:lvl3pPr marL="259556" indent="0">
              <a:buNone/>
              <a:defRPr/>
            </a:lvl3pPr>
            <a:lvl4pPr marL="384572" indent="0">
              <a:buNone/>
              <a:defRPr/>
            </a:lvl4pPr>
            <a:lvl5pPr marL="51911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5722920" y="6501385"/>
            <a:ext cx="323612" cy="1212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88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899" y="6541716"/>
            <a:ext cx="2400300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9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496553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8763" y="919163"/>
            <a:ext cx="3503798" cy="1938337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8764" y="2971800"/>
            <a:ext cx="3503797" cy="2967038"/>
          </a:xfrm>
        </p:spPr>
        <p:txBody>
          <a:bodyPr/>
          <a:lstStyle>
            <a:lvl1pPr marL="125016" indent="-125016">
              <a:lnSpc>
                <a:spcPct val="125000"/>
              </a:lnSpc>
              <a:buFont typeface="Arial" panose="020B0604020202020204" pitchFamily="34" charset="0"/>
              <a:buChar char="•"/>
              <a:defRPr sz="1200" b="0">
                <a:latin typeface="+mj-lt"/>
              </a:defRPr>
            </a:lvl1pPr>
            <a:lvl2pPr marL="259556" indent="-134541">
              <a:buFont typeface="Georgia" panose="02040502050405020303" pitchFamily="18" charset="0"/>
              <a:buChar char="–"/>
              <a:defRPr/>
            </a:lvl2pPr>
            <a:lvl3pPr marL="384572" indent="-125016">
              <a:defRPr/>
            </a:lvl3pPr>
            <a:lvl4pPr marL="519113" indent="-134541">
              <a:defRPr/>
            </a:lvl4pPr>
            <a:lvl5pPr marL="644129" indent="-125016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5338764" y="6501385"/>
            <a:ext cx="323612" cy="1212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88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77200" y="6541716"/>
            <a:ext cx="2743200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508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236336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116" y="400051"/>
            <a:ext cx="4224126" cy="917574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7116" y="1946276"/>
            <a:ext cx="4224125" cy="3992563"/>
          </a:xfrm>
        </p:spPr>
        <p:txBody>
          <a:bodyPr/>
          <a:lstStyle>
            <a:lvl1pPr marL="125016" indent="-125016">
              <a:lnSpc>
                <a:spcPct val="125000"/>
              </a:lnSpc>
              <a:buFont typeface="Arial" panose="020B0604020202020204" pitchFamily="34" charset="0"/>
              <a:buChar char="•"/>
              <a:defRPr sz="1200" b="0">
                <a:latin typeface="+mj-lt"/>
              </a:defRPr>
            </a:lvl1pPr>
            <a:lvl2pPr marL="259556" indent="-134541">
              <a:buFont typeface="Georgia" panose="02040502050405020303" pitchFamily="18" charset="0"/>
              <a:buChar char="–"/>
              <a:defRPr/>
            </a:lvl2pPr>
            <a:lvl3pPr marL="384572" indent="-125016">
              <a:defRPr/>
            </a:lvl3pPr>
            <a:lvl4pPr marL="519113" indent="-134541">
              <a:defRPr/>
            </a:lvl4pPr>
            <a:lvl5pPr marL="644129" indent="-125016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4618435" y="6501385"/>
            <a:ext cx="323612" cy="1212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88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80087" y="6541716"/>
            <a:ext cx="3497580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201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35071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298" y="400051"/>
            <a:ext cx="4951945" cy="917574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9298" y="1946276"/>
            <a:ext cx="4951944" cy="3992563"/>
          </a:xfrm>
        </p:spPr>
        <p:txBody>
          <a:bodyPr/>
          <a:lstStyle>
            <a:lvl1pPr marL="125016" indent="-125016">
              <a:lnSpc>
                <a:spcPct val="125000"/>
              </a:lnSpc>
              <a:buFont typeface="Arial" panose="020B0604020202020204" pitchFamily="34" charset="0"/>
              <a:buChar char="•"/>
              <a:defRPr sz="1200" b="0">
                <a:latin typeface="+mj-lt"/>
              </a:defRPr>
            </a:lvl1pPr>
            <a:lvl2pPr marL="259556" indent="-134541">
              <a:buFont typeface="Georgia" panose="02040502050405020303" pitchFamily="18" charset="0"/>
              <a:buChar char="–"/>
              <a:defRPr/>
            </a:lvl2pPr>
            <a:lvl3pPr marL="384572" indent="-125016">
              <a:defRPr/>
            </a:lvl3pPr>
            <a:lvl4pPr marL="519113" indent="-134541">
              <a:defRPr/>
            </a:lvl4pPr>
            <a:lvl5pPr marL="644129" indent="-125016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4618435" y="6497442"/>
            <a:ext cx="323612" cy="1212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88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80087" y="6537773"/>
            <a:ext cx="3497580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2883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440" y="400051"/>
            <a:ext cx="3205690" cy="1428750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1440" y="1956004"/>
            <a:ext cx="3205690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9298" y="400052"/>
            <a:ext cx="4943263" cy="5538787"/>
          </a:xfrm>
        </p:spPr>
        <p:txBody>
          <a:bodyPr/>
          <a:lstStyle>
            <a:lvl1pPr marL="125016" indent="-125016">
              <a:lnSpc>
                <a:spcPct val="125000"/>
              </a:lnSpc>
              <a:buFont typeface="Arial" panose="020B0604020202020204" pitchFamily="34" charset="0"/>
              <a:buChar char="•"/>
              <a:defRPr sz="1200" b="0">
                <a:latin typeface="+mj-lt"/>
              </a:defRPr>
            </a:lvl1pPr>
            <a:lvl2pPr marL="259556" indent="-134541">
              <a:buFont typeface="Georgia" panose="02040502050405020303" pitchFamily="18" charset="0"/>
              <a:buChar char="–"/>
              <a:defRPr/>
            </a:lvl2pPr>
            <a:lvl3pPr marL="384572" indent="-125016">
              <a:defRPr/>
            </a:lvl3pPr>
            <a:lvl4pPr marL="519113" indent="-134541">
              <a:defRPr/>
            </a:lvl4pPr>
            <a:lvl5pPr marL="644129" indent="-125016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111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289" y="3322420"/>
            <a:ext cx="3137039" cy="1869743"/>
          </a:xfrm>
        </p:spPr>
        <p:txBody>
          <a:bodyPr wrap="square" anchor="b" anchorCtr="0">
            <a:spAutoFit/>
          </a:bodyPr>
          <a:lstStyle>
            <a:lvl1pPr>
              <a:defRPr sz="45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907272" y="794063"/>
            <a:ext cx="4942413" cy="3328416"/>
          </a:xfrm>
        </p:spPr>
        <p:txBody>
          <a:bodyPr tIns="457200"/>
          <a:lstStyle>
            <a:lvl1pPr algn="ctr">
              <a:defRPr sz="135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2938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289" y="3320727"/>
            <a:ext cx="3137039" cy="1869743"/>
          </a:xfrm>
        </p:spPr>
        <p:txBody>
          <a:bodyPr wrap="square" anchor="b" anchorCtr="0">
            <a:spAutoFit/>
          </a:bodyPr>
          <a:lstStyle>
            <a:lvl1pPr>
              <a:defRPr sz="45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189DEE-6989-9A74-BDE8-CA73B9108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6DE5500C-FE6E-579B-63C3-09F6ADCF9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DD78BEAF-F2F8-DC26-B864-8F81821380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7273" y="786384"/>
            <a:ext cx="4316015" cy="3195638"/>
          </a:xfrm>
        </p:spPr>
        <p:txBody>
          <a:bodyPr tIns="73152"/>
          <a:lstStyle>
            <a:lvl1pPr marL="485775" indent="-414338"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tabLst/>
              <a:defRPr sz="2100" b="0">
                <a:latin typeface="+mj-lt"/>
              </a:defRPr>
            </a:lvl1pPr>
            <a:lvl2pPr marL="517922" indent="-4298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1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342954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289" y="3320727"/>
            <a:ext cx="3137039" cy="1869743"/>
          </a:xfrm>
        </p:spPr>
        <p:txBody>
          <a:bodyPr wrap="square" anchor="b" anchorCtr="0">
            <a:spAutoFit/>
          </a:bodyPr>
          <a:lstStyle>
            <a:lvl1pPr>
              <a:defRPr sz="45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383276" y="818982"/>
            <a:ext cx="3243652" cy="2685354"/>
          </a:xfrm>
        </p:spPr>
        <p:txBody>
          <a:bodyPr tIns="457200"/>
          <a:lstStyle>
            <a:lvl1pPr algn="ctr">
              <a:defRPr sz="135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6" name="Table Placeholder 6">
            <a:extLst>
              <a:ext uri="{FF2B5EF4-FFF2-40B4-BE49-F238E27FC236}">
                <a16:creationId xmlns:a16="http://schemas.microsoft.com/office/drawing/2014/main" id="{CE0852A2-F289-0299-38DA-54988A9CF40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5783299" y="818982"/>
            <a:ext cx="3243652" cy="2685354"/>
          </a:xfrm>
        </p:spPr>
        <p:txBody>
          <a:bodyPr tIns="457200"/>
          <a:lstStyle>
            <a:lvl1pPr algn="ctr">
              <a:defRPr sz="135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D3D9662-5F2D-57D9-7407-78275144A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417BEBC1-805D-DD3E-7FB7-E733D35B8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4793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289" y="3320727"/>
            <a:ext cx="3137039" cy="1869743"/>
          </a:xfrm>
        </p:spPr>
        <p:txBody>
          <a:bodyPr wrap="square" anchor="b" anchorCtr="0">
            <a:spAutoFit/>
          </a:bodyPr>
          <a:lstStyle>
            <a:lvl1pPr>
              <a:defRPr sz="45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EEDD237-2AD5-3154-E113-01E98DC09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3079065-EEA7-BD3F-374F-2BD4FA174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D9EB10B1-191A-630B-CAE5-F7CB250CA4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61022" y="917575"/>
            <a:ext cx="3168542" cy="2589534"/>
          </a:xfrm>
        </p:spPr>
        <p:txBody>
          <a:bodyPr lIns="91440"/>
          <a:lstStyle>
            <a:lvl1pPr marL="219456" indent="-429816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tabLst/>
              <a:defRPr sz="1350" b="0">
                <a:latin typeface="+mj-lt"/>
              </a:defRPr>
            </a:lvl1pPr>
            <a:lvl2pPr marL="517922" indent="-4298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1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B735FB7-5411-F2F1-D974-F773B1B836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81294" y="917575"/>
            <a:ext cx="3168542" cy="2589534"/>
          </a:xfrm>
        </p:spPr>
        <p:txBody>
          <a:bodyPr lIns="91440"/>
          <a:lstStyle>
            <a:lvl1pPr marL="294894" indent="-507492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tabLst>
                <a:tab pos="169069" algn="r"/>
              </a:tabLst>
              <a:defRPr sz="1350" b="0">
                <a:latin typeface="+mj-lt"/>
              </a:defRPr>
            </a:lvl1pPr>
            <a:lvl2pPr marL="517922" indent="-4298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1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24865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954787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249" y="1946276"/>
            <a:ext cx="4954787" cy="4000502"/>
          </a:xfrm>
        </p:spPr>
        <p:txBody>
          <a:bodyPr/>
          <a:lstStyle>
            <a:lvl1pPr>
              <a:spcAft>
                <a:spcPts val="900"/>
              </a:spcAft>
              <a:defRPr sz="1125"/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960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6"/>
            <a:ext cx="8552857" cy="9461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861B7B6-46DE-D3F1-62FD-E7B058FA4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679" y="1946276"/>
            <a:ext cx="3505084" cy="3992562"/>
          </a:xfrm>
        </p:spPr>
        <p:txBody>
          <a:bodyPr/>
          <a:lstStyle>
            <a:lvl1pPr>
              <a:spcAft>
                <a:spcPts val="900"/>
              </a:spcAft>
              <a:defRPr sz="1125"/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24504" y="1946276"/>
            <a:ext cx="3505084" cy="3992562"/>
          </a:xfrm>
        </p:spPr>
        <p:txBody>
          <a:bodyPr/>
          <a:lstStyle>
            <a:lvl1pPr>
              <a:spcAft>
                <a:spcPts val="900"/>
              </a:spcAft>
              <a:defRPr sz="1125"/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B51044C-932D-8FC3-B3AB-1F32819D3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A24DD9E3-0BCC-FF96-2B5A-1C600C721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6628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1" y="3492184"/>
            <a:ext cx="2880718" cy="245459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901083" y="402432"/>
            <a:ext cx="2737461" cy="4510882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FD3C8C-DE95-11CF-E112-F1CDEBBBAF2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778228" y="371478"/>
            <a:ext cx="1885712" cy="2486022"/>
          </a:xfrm>
        </p:spPr>
        <p:txBody>
          <a:bodyPr/>
          <a:lstStyle>
            <a:lvl1pPr>
              <a:spcAft>
                <a:spcPts val="900"/>
              </a:spcAft>
              <a:defRPr lang="en-US" sz="1125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225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685800" rtl="0" eaLnBrk="1" latinLnBrk="0" hangingPunct="1">
              <a:lnSpc>
                <a:spcPct val="100000"/>
              </a:lnSpc>
              <a:spcBef>
                <a:spcPts val="225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F56AB70-B001-F407-DDA0-8274B0815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B0E27A5-BC84-EBC4-82C5-E8CF838E4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1108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6"/>
            <a:ext cx="2880719" cy="556688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901083" y="402432"/>
            <a:ext cx="2737461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778228" y="371478"/>
            <a:ext cx="1885712" cy="2486022"/>
          </a:xfrm>
        </p:spPr>
        <p:txBody>
          <a:bodyPr/>
          <a:lstStyle>
            <a:lvl1pPr>
              <a:spcAft>
                <a:spcPts val="900"/>
              </a:spcAft>
              <a:defRPr lang="en-US" sz="1125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225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685800" rtl="0" eaLnBrk="1" latinLnBrk="0" hangingPunct="1">
              <a:lnSpc>
                <a:spcPct val="100000"/>
              </a:lnSpc>
              <a:spcBef>
                <a:spcPts val="225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901083" y="2977040"/>
            <a:ext cx="2737461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778228" y="2977040"/>
            <a:ext cx="1885712" cy="2486022"/>
          </a:xfrm>
        </p:spPr>
        <p:txBody>
          <a:bodyPr/>
          <a:lstStyle>
            <a:lvl1pPr>
              <a:spcAft>
                <a:spcPts val="900"/>
              </a:spcAft>
              <a:defRPr lang="en-US" sz="1125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225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685800" rtl="0" eaLnBrk="1" latinLnBrk="0" hangingPunct="1">
              <a:lnSpc>
                <a:spcPct val="100000"/>
              </a:lnSpc>
              <a:spcBef>
                <a:spcPts val="225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0C2534F-0DED-9179-1BA0-BA7BBA63E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C21211E5-4A9D-2EA5-349A-BFEBB51D8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310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 Matrix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2124" y="1431439"/>
            <a:ext cx="1992806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461023" y="1421451"/>
            <a:ext cx="1885712" cy="1938812"/>
          </a:xfrm>
        </p:spPr>
        <p:txBody>
          <a:bodyPr/>
          <a:lstStyle>
            <a:lvl1pPr>
              <a:lnSpc>
                <a:spcPct val="100000"/>
              </a:lnSpc>
              <a:spcAft>
                <a:spcPts val="900"/>
              </a:spcAft>
              <a:defRPr sz="1125" b="1"/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2124" y="3486945"/>
            <a:ext cx="1992806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461023" y="3486944"/>
            <a:ext cx="1885712" cy="1938812"/>
          </a:xfrm>
        </p:spPr>
        <p:txBody>
          <a:bodyPr/>
          <a:lstStyle>
            <a:lvl1pPr>
              <a:spcAft>
                <a:spcPts val="900"/>
              </a:spcAft>
              <a:defRPr lang="en-US" sz="1125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225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685800" rtl="0" eaLnBrk="1" latinLnBrk="0" hangingPunct="1">
              <a:lnSpc>
                <a:spcPct val="100000"/>
              </a:lnSpc>
              <a:spcBef>
                <a:spcPts val="225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BF7E05F9-3B71-A92F-C27D-3EA729554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20221" y="1431439"/>
            <a:ext cx="1992806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DEC8E4-3556-9DFF-F8E0-3E599203F39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778229" y="1421451"/>
            <a:ext cx="1885712" cy="1938812"/>
          </a:xfrm>
        </p:spPr>
        <p:txBody>
          <a:bodyPr/>
          <a:lstStyle>
            <a:lvl1pPr>
              <a:spcAft>
                <a:spcPts val="900"/>
              </a:spcAft>
              <a:defRPr lang="en-US" sz="1125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225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685800" rtl="0" eaLnBrk="1" latinLnBrk="0" hangingPunct="1">
              <a:lnSpc>
                <a:spcPct val="100000"/>
              </a:lnSpc>
              <a:spcBef>
                <a:spcPts val="225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436620D-30A8-EA32-EBA9-0FB0D98A3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20221" y="3486945"/>
            <a:ext cx="1992806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8EEADAB-1623-2FF8-2487-6AA4F7EC358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778229" y="3486944"/>
            <a:ext cx="1885712" cy="1938812"/>
          </a:xfrm>
        </p:spPr>
        <p:txBody>
          <a:bodyPr/>
          <a:lstStyle>
            <a:lvl1pPr>
              <a:spcAft>
                <a:spcPts val="900"/>
              </a:spcAft>
              <a:defRPr lang="en-US" sz="1125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900">
                <a:latin typeface="+mj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225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685800" rtl="0" eaLnBrk="1" latinLnBrk="0" hangingPunct="1">
              <a:lnSpc>
                <a:spcPct val="100000"/>
              </a:lnSpc>
              <a:spcBef>
                <a:spcPts val="225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236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37" y="1946276"/>
            <a:ext cx="2460308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181826" y="1946276"/>
            <a:ext cx="2460308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63615" y="1946276"/>
            <a:ext cx="2460308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897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69EA8B36-F386-C764-DAD6-33D7736D9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37" y="1946276"/>
            <a:ext cx="2460308" cy="39925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975"/>
              </a:spcAft>
              <a:defRPr sz="1500" b="1">
                <a:latin typeface="+mn-lt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181826" y="1946276"/>
            <a:ext cx="2460308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63615" y="1946276"/>
            <a:ext cx="2460308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E946374-FA30-CA90-8DA8-4D3D9C8D95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7BD091D-1A71-D98C-9FBE-055914E89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4704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08107" y="1439508"/>
            <a:ext cx="3927872" cy="4510088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26504" y="2468208"/>
            <a:ext cx="2066000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786031" y="2468208"/>
            <a:ext cx="2066000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8846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05752" y="1949411"/>
            <a:ext cx="2460308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250" b="0" kern="100" spc="-38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37" y="3614568"/>
            <a:ext cx="2460308" cy="2270480"/>
          </a:xfrm>
        </p:spPr>
        <p:txBody>
          <a:bodyPr/>
          <a:lstStyle>
            <a:lvl1pPr>
              <a:lnSpc>
                <a:spcPct val="100000"/>
              </a:lnSpc>
              <a:spcAft>
                <a:spcPts val="750"/>
              </a:spcAft>
              <a:defRPr sz="1350" b="1"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181826" y="1957034"/>
            <a:ext cx="2460308" cy="3992563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63615" y="1957034"/>
            <a:ext cx="2460308" cy="3992563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955500F-3808-9CA2-1F44-A64164571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E6F2E23D-BB9F-B34F-EC85-66F73AA73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0662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Fou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05752" y="1949411"/>
            <a:ext cx="2460308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250" b="0" kern="100" spc="-38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37" y="3614568"/>
            <a:ext cx="2460308" cy="227048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350" b="1">
                <a:latin typeface="+mn-lt"/>
              </a:defRPr>
            </a:lvl1pPr>
            <a:lvl2pPr>
              <a:spcBef>
                <a:spcPts val="450"/>
              </a:spcBef>
              <a:defRPr sz="105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181826" y="1957035"/>
            <a:ext cx="2460308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lnSpc>
                <a:spcPct val="100000"/>
              </a:lnSpc>
              <a:spcBef>
                <a:spcPts val="0"/>
              </a:spcBef>
              <a:defRPr sz="3375">
                <a:latin typeface="+mn-lt"/>
              </a:defRPr>
            </a:lvl2pPr>
            <a:lvl3pPr marL="0" indent="0">
              <a:spcBef>
                <a:spcPts val="75"/>
              </a:spcBef>
              <a:buNone/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8E7DA0-330F-0EFA-F5EA-9B8D8ADDB8B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65968" y="1957035"/>
            <a:ext cx="2460308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lnSpc>
                <a:spcPct val="100000"/>
              </a:lnSpc>
              <a:spcBef>
                <a:spcPts val="0"/>
              </a:spcBef>
              <a:defRPr sz="3375">
                <a:latin typeface="+mn-lt"/>
              </a:defRPr>
            </a:lvl2pPr>
            <a:lvl3pPr marL="0" indent="0">
              <a:spcBef>
                <a:spcPts val="75"/>
              </a:spcBef>
              <a:buNone/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F934F8D-EEE5-A5C7-4F51-62B220EA007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181826" y="3727983"/>
            <a:ext cx="2460308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3375" b="0"/>
            </a:lvl1pPr>
            <a:lvl2pPr>
              <a:lnSpc>
                <a:spcPct val="100000"/>
              </a:lnSpc>
              <a:spcBef>
                <a:spcPts val="0"/>
              </a:spcBef>
              <a:defRPr sz="900"/>
            </a:lvl2pPr>
            <a:lvl3pPr marL="0" indent="0">
              <a:spcBef>
                <a:spcPts val="75"/>
              </a:spcBef>
              <a:buNone/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6F4A050-73C7-4EF8-22E1-17E2117180F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065968" y="3727983"/>
            <a:ext cx="2460308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3375" b="0"/>
            </a:lvl1pPr>
            <a:lvl2pPr>
              <a:lnSpc>
                <a:spcPct val="100000"/>
              </a:lnSpc>
              <a:spcBef>
                <a:spcPts val="0"/>
              </a:spcBef>
              <a:defRPr sz="900"/>
            </a:lvl2pPr>
            <a:lvl3pPr marL="0" indent="0">
              <a:spcBef>
                <a:spcPts val="75"/>
              </a:spcBef>
              <a:buNone/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279AEC2-3D38-AA3C-D9ED-F56066F02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1F2E443D-FB19-EC91-F034-92383A4D9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993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Two Smal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9CDDF52B-DBF3-6EA5-316F-86B168D5B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37" y="1440338"/>
            <a:ext cx="2586038" cy="4498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975"/>
              </a:spcAft>
              <a:defRPr sz="1500" b="1">
                <a:latin typeface="+mn-lt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181826" y="1440338"/>
            <a:ext cx="2460308" cy="1929924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81827" y="3689589"/>
            <a:ext cx="2716054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63615" y="1440339"/>
            <a:ext cx="2460308" cy="1929924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63615" y="3689589"/>
            <a:ext cx="2716054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7D3849-C8CD-8658-1466-0AC905A32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45FB2FC1-37EA-E80B-8E2C-5BB79F82C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079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6"/>
            <a:ext cx="4234460" cy="908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0038" y="1434783"/>
            <a:ext cx="2716054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37" y="4008120"/>
            <a:ext cx="2460308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85398" y="1434783"/>
            <a:ext cx="2716054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181826" y="4008120"/>
            <a:ext cx="2460308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63615" y="1434783"/>
            <a:ext cx="2716054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63615" y="4008120"/>
            <a:ext cx="2460308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606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Two Image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2898A4C-932E-23E9-DC30-A54F1747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1" y="4002723"/>
            <a:ext cx="2542105" cy="192992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81827" y="410053"/>
            <a:ext cx="2716054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181826" y="4007381"/>
            <a:ext cx="2460308" cy="1939925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63615" y="410053"/>
            <a:ext cx="2716054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63615" y="4007381"/>
            <a:ext cx="2460308" cy="1939925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BD5BA45-6FFD-0692-0F0F-E110F28E6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A0EF6EA-3F57-5496-E0F3-4864ED110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2180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752" y="1946276"/>
            <a:ext cx="2068354" cy="4035425"/>
          </a:xfrm>
        </p:spPr>
        <p:txBody>
          <a:bodyPr rIns="91440"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467366" y="1946276"/>
            <a:ext cx="2064243" cy="4035425"/>
          </a:xfrm>
        </p:spPr>
        <p:txBody>
          <a:bodyPr rIns="91440"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624884" y="1946276"/>
            <a:ext cx="2062445" cy="4035425"/>
          </a:xfrm>
        </p:spPr>
        <p:txBody>
          <a:bodyPr rIns="91440"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786343" y="1946276"/>
            <a:ext cx="2062445" cy="4035425"/>
          </a:xfrm>
        </p:spPr>
        <p:txBody>
          <a:bodyPr rIns="91440"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4BACFA0-1865-CA7A-660A-9F840AA5E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277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37" y="3484564"/>
            <a:ext cx="2460308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181826" y="3484564"/>
            <a:ext cx="2460308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63615" y="3484564"/>
            <a:ext cx="2460308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DAB432F-854F-42B3-F530-13E74D7AA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3B9F6906-FD55-4ECF-BC68-21EDA9D47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87403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13" y="3484564"/>
            <a:ext cx="2068354" cy="2497137"/>
          </a:xfrm>
        </p:spPr>
        <p:txBody>
          <a:bodyPr rIns="91440"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456827" y="3484564"/>
            <a:ext cx="2064243" cy="2497137"/>
          </a:xfrm>
        </p:spPr>
        <p:txBody>
          <a:bodyPr rIns="91440"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614345" y="3484564"/>
            <a:ext cx="2062445" cy="2497137"/>
          </a:xfrm>
        </p:spPr>
        <p:txBody>
          <a:bodyPr rIns="91440"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786343" y="3484564"/>
            <a:ext cx="2062445" cy="2497137"/>
          </a:xfrm>
        </p:spPr>
        <p:txBody>
          <a:bodyPr rIns="91440"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B11690-3DC6-7B4C-5196-E388A5114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8A6C4D-3F5E-1CC8-64FD-F01177BD1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191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ntro Four Content Four Infographic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36A1FE59-52D8-7819-FCA0-4B851241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0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181" y="2975077"/>
            <a:ext cx="204798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350"/>
              </a:spcAft>
              <a:defRPr sz="1125"/>
            </a:lvl1pPr>
            <a:lvl2pPr>
              <a:spcBef>
                <a:spcPts val="0"/>
              </a:spcBef>
              <a:defRPr sz="900"/>
            </a:lvl2pPr>
            <a:lvl3pPr>
              <a:spcBef>
                <a:spcPts val="0"/>
              </a:spcBef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F624C-8E74-64EA-25D6-81C018D703C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469301" y="2975077"/>
            <a:ext cx="204798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350"/>
              </a:spcAft>
              <a:defRPr sz="1125"/>
            </a:lvl1pPr>
            <a:lvl2pPr>
              <a:spcBef>
                <a:spcPts val="0"/>
              </a:spcBef>
              <a:defRPr sz="900"/>
            </a:lvl2pPr>
            <a:lvl3pPr>
              <a:spcBef>
                <a:spcPts val="0"/>
              </a:spcBef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5BA71C3-8B98-CBAD-967B-B8C200A9F9D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636421" y="2975077"/>
            <a:ext cx="204798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350"/>
              </a:spcAft>
              <a:defRPr sz="1125"/>
            </a:lvl1pPr>
            <a:lvl2pPr>
              <a:spcBef>
                <a:spcPts val="0"/>
              </a:spcBef>
              <a:defRPr sz="900"/>
            </a:lvl2pPr>
            <a:lvl3pPr>
              <a:spcBef>
                <a:spcPts val="0"/>
              </a:spcBef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83A7053-6A7D-A8F8-4656-87270953BD6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803540" y="2975077"/>
            <a:ext cx="204798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350"/>
              </a:spcAft>
              <a:defRPr sz="1125"/>
            </a:lvl1pPr>
            <a:lvl2pPr>
              <a:spcBef>
                <a:spcPts val="0"/>
              </a:spcBef>
              <a:defRPr sz="900"/>
            </a:lvl2pPr>
            <a:lvl3pPr>
              <a:spcBef>
                <a:spcPts val="0"/>
              </a:spcBef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C48D2-B18D-75C7-0C7E-1D9DB1396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9EBCD51-8DA2-A863-38B9-4D39E92CB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80E08F-9CFF-A0A0-CB3A-AC9CDC3AD14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295213" y="1428750"/>
            <a:ext cx="4234460" cy="1428750"/>
          </a:xfrm>
        </p:spPr>
        <p:txBody>
          <a:bodyPr rIns="91440"/>
          <a:lstStyle>
            <a:lvl1pPr>
              <a:defRPr sz="15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749299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68A701A6-89AB-4B4D-0870-B17023D69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3359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5F5E5E69-4FFF-DFC2-659C-7E55787A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752" y="1428751"/>
            <a:ext cx="1985963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752" y="3998914"/>
            <a:ext cx="2068354" cy="1982787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FEE2C3B1-D32B-2DC8-8154-D81D14148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67366" y="1428751"/>
            <a:ext cx="1985963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467366" y="3998914"/>
            <a:ext cx="2064243" cy="1982787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4143737-9FAE-4BEB-0906-D059D53A4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24884" y="1428751"/>
            <a:ext cx="1985963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624884" y="3998914"/>
            <a:ext cx="2062445" cy="1982787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5FAA5E52-06C6-50C6-842F-09B2897EB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86343" y="1428751"/>
            <a:ext cx="1985963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786343" y="3998914"/>
            <a:ext cx="2062445" cy="1982787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C3E4A20-48E1-6B96-207C-2A01DD8E97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4392E8-8FC9-D8AC-538E-69F5A15C1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19134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3858E610-9BD2-B05C-EB3A-1A76DB512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99612" y="1443674"/>
            <a:ext cx="1948100" cy="3980813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500" b="1">
                <a:latin typeface="+mn-lt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3C981AC-1133-16A2-C7BE-8EEEC24A1CC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470454" y="1443674"/>
            <a:ext cx="1948100" cy="3980813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125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18436" y="1428751"/>
            <a:ext cx="4225953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618435" y="4041936"/>
            <a:ext cx="2074069" cy="1929924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135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DA732D9-8671-5C81-D1CA-1C96F66F29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783562" y="4041936"/>
            <a:ext cx="2074069" cy="1929924"/>
          </a:xfrm>
        </p:spPr>
        <p:txBody>
          <a:bodyPr/>
          <a:lstStyle>
            <a:lvl1pPr>
              <a:lnSpc>
                <a:spcPct val="100000"/>
              </a:lnSpc>
              <a:spcAft>
                <a:spcPts val="975"/>
              </a:spcAft>
              <a:defRPr sz="900" b="0">
                <a:latin typeface="+mj-lt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361E65-8489-022E-9A46-0B36035A1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F60ED92-61BC-58F9-6255-C99E6BFB7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70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5F55CA50-833E-6AD7-FF00-933528ACE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6054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610" y="1949196"/>
            <a:ext cx="1347550" cy="3521964"/>
          </a:xfrm>
        </p:spPr>
        <p:txBody>
          <a:bodyPr/>
          <a:lstStyle>
            <a:lvl1pPr>
              <a:spcAft>
                <a:spcPts val="900"/>
              </a:spcAft>
              <a:defRPr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DE2265-798C-4C34-2F7A-9E37AD0B72E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747683" y="1949196"/>
            <a:ext cx="1347550" cy="3521964"/>
          </a:xfrm>
        </p:spPr>
        <p:txBody>
          <a:bodyPr/>
          <a:lstStyle>
            <a:lvl1pPr>
              <a:spcAft>
                <a:spcPts val="900"/>
              </a:spcAft>
              <a:defRPr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9929FFD-F8B6-8070-3AC3-1EF5C988CD6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186755" y="1949196"/>
            <a:ext cx="1347550" cy="3521964"/>
          </a:xfrm>
        </p:spPr>
        <p:txBody>
          <a:bodyPr/>
          <a:lstStyle>
            <a:lvl1pPr>
              <a:spcAft>
                <a:spcPts val="900"/>
              </a:spcAft>
              <a:defRPr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70EFDA-9453-BCA5-D941-12F2ACA2074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25827" y="1949196"/>
            <a:ext cx="1347550" cy="3521964"/>
          </a:xfrm>
        </p:spPr>
        <p:txBody>
          <a:bodyPr/>
          <a:lstStyle>
            <a:lvl1pPr>
              <a:spcAft>
                <a:spcPts val="900"/>
              </a:spcAft>
              <a:defRPr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3C9BD80-9837-E8C2-7515-BE852BF7BDF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64899" y="1949196"/>
            <a:ext cx="1347550" cy="3521964"/>
          </a:xfrm>
        </p:spPr>
        <p:txBody>
          <a:bodyPr/>
          <a:lstStyle>
            <a:lvl1pPr>
              <a:spcAft>
                <a:spcPts val="900"/>
              </a:spcAft>
              <a:defRPr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8414709-ADE5-C602-1625-C637F6C5FB1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503972" y="1949196"/>
            <a:ext cx="1347550" cy="3521964"/>
          </a:xfrm>
        </p:spPr>
        <p:txBody>
          <a:bodyPr/>
          <a:lstStyle>
            <a:lvl1pPr>
              <a:spcAft>
                <a:spcPts val="900"/>
              </a:spcAft>
              <a:defRPr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01FB3-8B1A-6F97-AB07-F4AF0F67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115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Six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Placeholder 1">
            <a:extLst>
              <a:ext uri="{FF2B5EF4-FFF2-40B4-BE49-F238E27FC236}">
                <a16:creationId xmlns:a16="http://schemas.microsoft.com/office/drawing/2014/main" id="{9C59803B-BF63-6637-E0C7-431792EDF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6054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3E53EE2-D031-FB0F-FA32-18DFB38D85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05753" y="1949410"/>
            <a:ext cx="1350407" cy="106182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625" b="0" kern="100" spc="-38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610" y="3488437"/>
            <a:ext cx="1347550" cy="2443101"/>
          </a:xfrm>
        </p:spPr>
        <p:txBody>
          <a:bodyPr/>
          <a:lstStyle>
            <a:lvl1pPr>
              <a:spcAft>
                <a:spcPts val="900"/>
              </a:spcAft>
              <a:defRPr sz="1125"/>
            </a:lvl1pPr>
            <a:lvl2pPr>
              <a:lnSpc>
                <a:spcPct val="100000"/>
              </a:lnSpc>
              <a:spcBef>
                <a:spcPts val="225"/>
              </a:spcBef>
              <a:defRPr sz="825"/>
            </a:lvl2pPr>
            <a:lvl3pPr>
              <a:lnSpc>
                <a:spcPct val="100000"/>
              </a:lnSpc>
              <a:defRPr sz="825"/>
            </a:lvl3pPr>
            <a:lvl4pPr>
              <a:lnSpc>
                <a:spcPct val="100000"/>
              </a:lnSpc>
              <a:defRPr sz="825"/>
            </a:lvl4pPr>
            <a:lvl5pPr>
              <a:lnSpc>
                <a:spcPct val="100000"/>
              </a:lnSpc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544A30F-D4EB-D59A-37AC-6229A950B4E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744825" y="1949410"/>
            <a:ext cx="1350407" cy="106182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625" b="0" kern="100" spc="-38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604CA07-6A61-6EE7-9AB7-5D1AC3E61585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744825" y="3488437"/>
            <a:ext cx="1347550" cy="2443101"/>
          </a:xfrm>
        </p:spPr>
        <p:txBody>
          <a:bodyPr/>
          <a:lstStyle>
            <a:lvl1pPr>
              <a:spcAft>
                <a:spcPts val="900"/>
              </a:spcAft>
              <a:defRPr sz="1125"/>
            </a:lvl1pPr>
            <a:lvl2pPr>
              <a:lnSpc>
                <a:spcPct val="100000"/>
              </a:lnSpc>
              <a:spcBef>
                <a:spcPts val="225"/>
              </a:spcBef>
              <a:defRPr sz="825"/>
            </a:lvl2pPr>
            <a:lvl3pPr>
              <a:lnSpc>
                <a:spcPct val="100000"/>
              </a:lnSpc>
              <a:defRPr sz="825"/>
            </a:lvl3pPr>
            <a:lvl4pPr>
              <a:lnSpc>
                <a:spcPct val="100000"/>
              </a:lnSpc>
              <a:defRPr sz="825"/>
            </a:lvl4pPr>
            <a:lvl5pPr>
              <a:lnSpc>
                <a:spcPct val="100000"/>
              </a:lnSpc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C17F671-8B9C-F9FE-AEDA-9A8FBDDADA3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186755" y="1949410"/>
            <a:ext cx="1350407" cy="106182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625" b="0" kern="100" spc="-38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9B651F7-7166-CE84-83FD-8A58F6870DE8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186755" y="3488437"/>
            <a:ext cx="1347550" cy="2443101"/>
          </a:xfrm>
        </p:spPr>
        <p:txBody>
          <a:bodyPr/>
          <a:lstStyle>
            <a:lvl1pPr>
              <a:spcAft>
                <a:spcPts val="900"/>
              </a:spcAft>
              <a:defRPr sz="1125"/>
            </a:lvl1pPr>
            <a:lvl2pPr>
              <a:lnSpc>
                <a:spcPct val="100000"/>
              </a:lnSpc>
              <a:spcBef>
                <a:spcPts val="225"/>
              </a:spcBef>
              <a:defRPr sz="825"/>
            </a:lvl2pPr>
            <a:lvl3pPr>
              <a:lnSpc>
                <a:spcPct val="100000"/>
              </a:lnSpc>
              <a:defRPr sz="825"/>
            </a:lvl3pPr>
            <a:lvl4pPr>
              <a:lnSpc>
                <a:spcPct val="100000"/>
              </a:lnSpc>
              <a:defRPr sz="825"/>
            </a:lvl4pPr>
            <a:lvl5pPr>
              <a:lnSpc>
                <a:spcPct val="100000"/>
              </a:lnSpc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CE30FE5-2A66-1ECD-730E-80C2B769357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625827" y="1949410"/>
            <a:ext cx="1350407" cy="106182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625" b="0" kern="100" spc="-38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90F1832-1857-55DA-5830-56D2E0B84073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4625827" y="3488437"/>
            <a:ext cx="1347550" cy="2443101"/>
          </a:xfrm>
        </p:spPr>
        <p:txBody>
          <a:bodyPr/>
          <a:lstStyle>
            <a:lvl1pPr>
              <a:spcAft>
                <a:spcPts val="900"/>
              </a:spcAft>
              <a:defRPr sz="1125"/>
            </a:lvl1pPr>
            <a:lvl2pPr>
              <a:lnSpc>
                <a:spcPct val="100000"/>
              </a:lnSpc>
              <a:spcBef>
                <a:spcPts val="225"/>
              </a:spcBef>
              <a:defRPr sz="825"/>
            </a:lvl2pPr>
            <a:lvl3pPr>
              <a:lnSpc>
                <a:spcPct val="100000"/>
              </a:lnSpc>
              <a:defRPr sz="825"/>
            </a:lvl3pPr>
            <a:lvl4pPr>
              <a:lnSpc>
                <a:spcPct val="100000"/>
              </a:lnSpc>
              <a:defRPr sz="825"/>
            </a:lvl4pPr>
            <a:lvl5pPr>
              <a:lnSpc>
                <a:spcPct val="100000"/>
              </a:lnSpc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67701D3-6751-E230-8414-4D83FACD1903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064900" y="1949410"/>
            <a:ext cx="1350407" cy="106182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625" b="0" kern="100" spc="-38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D9D2967-C22A-B1DF-008F-37A536CDA2A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6064899" y="3488437"/>
            <a:ext cx="1347550" cy="2443101"/>
          </a:xfrm>
        </p:spPr>
        <p:txBody>
          <a:bodyPr/>
          <a:lstStyle>
            <a:lvl1pPr>
              <a:spcAft>
                <a:spcPts val="900"/>
              </a:spcAft>
              <a:defRPr sz="1125"/>
            </a:lvl1pPr>
            <a:lvl2pPr>
              <a:lnSpc>
                <a:spcPct val="100000"/>
              </a:lnSpc>
              <a:spcBef>
                <a:spcPts val="225"/>
              </a:spcBef>
              <a:defRPr sz="825"/>
            </a:lvl2pPr>
            <a:lvl3pPr>
              <a:lnSpc>
                <a:spcPct val="100000"/>
              </a:lnSpc>
              <a:defRPr sz="825"/>
            </a:lvl3pPr>
            <a:lvl4pPr>
              <a:lnSpc>
                <a:spcPct val="100000"/>
              </a:lnSpc>
              <a:defRPr sz="825"/>
            </a:lvl4pPr>
            <a:lvl5pPr>
              <a:lnSpc>
                <a:spcPct val="100000"/>
              </a:lnSpc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4E5050-91BD-1F8D-DCE3-AFCCBA5D49F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7503972" y="1949410"/>
            <a:ext cx="1350407" cy="106182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625" b="0" kern="100" spc="-38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0B501A3-4C30-D139-31F2-53CC077019FD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7503972" y="3488437"/>
            <a:ext cx="1347550" cy="2443101"/>
          </a:xfrm>
        </p:spPr>
        <p:txBody>
          <a:bodyPr/>
          <a:lstStyle>
            <a:lvl1pPr>
              <a:spcAft>
                <a:spcPts val="900"/>
              </a:spcAft>
              <a:defRPr sz="1125"/>
            </a:lvl1pPr>
            <a:lvl2pPr>
              <a:lnSpc>
                <a:spcPct val="100000"/>
              </a:lnSpc>
              <a:spcBef>
                <a:spcPts val="225"/>
              </a:spcBef>
              <a:defRPr sz="825"/>
            </a:lvl2pPr>
            <a:lvl3pPr>
              <a:lnSpc>
                <a:spcPct val="100000"/>
              </a:lnSpc>
              <a:defRPr sz="825"/>
            </a:lvl3pPr>
            <a:lvl4pPr>
              <a:lnSpc>
                <a:spcPct val="100000"/>
              </a:lnSpc>
              <a:defRPr sz="825"/>
            </a:lvl4pPr>
            <a:lvl5pPr>
              <a:lnSpc>
                <a:spcPct val="100000"/>
              </a:lnSpc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53C0A1-993D-3C98-C331-16749B76A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15441E1C-321B-0C48-3C86-6A2676A09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4028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13" y="-300748"/>
            <a:ext cx="4228504" cy="186974"/>
          </a:xfrm>
        </p:spPr>
        <p:txBody>
          <a:bodyPr wrap="square">
            <a:spAutoFit/>
          </a:bodyPr>
          <a:lstStyle>
            <a:lvl1pPr>
              <a:defRPr sz="135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340C10-F5A2-1E40-474D-C57EC62F0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4529916" y="593397"/>
            <a:ext cx="706453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9525" marR="3810" lvl="0" indent="0" defTabSz="6858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50" b="1" u="none" strike="noStrike" kern="0" cap="none" spc="-79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45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351" y="1317530"/>
            <a:ext cx="4251722" cy="3758184"/>
          </a:xfrm>
        </p:spPr>
        <p:txBody>
          <a:bodyPr/>
          <a:lstStyle>
            <a:lvl1pPr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defRPr sz="3000" b="0" spc="-38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65372" y="4983334"/>
            <a:ext cx="3526769" cy="101484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2B9EA5E-E423-D219-6037-CCB61AE3B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901CE32-26BB-268E-2590-66DB5ADDF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9405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387" y="-300748"/>
            <a:ext cx="4235323" cy="186974"/>
          </a:xfrm>
        </p:spPr>
        <p:txBody>
          <a:bodyPr wrap="square">
            <a:spAutoFit/>
          </a:bodyPr>
          <a:lstStyle>
            <a:lvl1pPr>
              <a:defRPr sz="135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BAF2E-BAB1-C03F-41A7-B26DABB21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04744" y="2732673"/>
            <a:ext cx="706453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9525" marR="3810" lvl="0" indent="0" defTabSz="6858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50" b="1" u="none" strike="noStrike" kern="0" cap="none" spc="-79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45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387" y="3485571"/>
            <a:ext cx="4123877" cy="2503272"/>
          </a:xfrm>
        </p:spPr>
        <p:txBody>
          <a:bodyPr/>
          <a:lstStyle>
            <a:lvl1pPr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defRPr sz="2400" b="0" spc="-38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60655EE7-5FC0-8DDF-88F0-21ECCBD7D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12707" y="393871"/>
            <a:ext cx="4245543" cy="4544842"/>
          </a:xfrm>
          <a:custGeom>
            <a:avLst/>
            <a:gdLst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0 w 5660724"/>
              <a:gd name="connsiteY3" fmla="*/ 4544842 h 4544842"/>
              <a:gd name="connsiteX4" fmla="*/ 0 w 5660724"/>
              <a:gd name="connsiteY4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056464 w 5660724"/>
              <a:gd name="connsiteY3" fmla="*/ 4536269 h 4544842"/>
              <a:gd name="connsiteX4" fmla="*/ 0 w 5660724"/>
              <a:gd name="connsiteY4" fmla="*/ 4544842 h 4544842"/>
              <a:gd name="connsiteX5" fmla="*/ 0 w 5660724"/>
              <a:gd name="connsiteY5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643204 w 5660724"/>
              <a:gd name="connsiteY3" fmla="*/ 452102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231724 w 5660724"/>
              <a:gd name="connsiteY3" fmla="*/ 40714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25144 w 5660724"/>
              <a:gd name="connsiteY3" fmla="*/ 378188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612724 w 5660724"/>
              <a:gd name="connsiteY4" fmla="*/ 452864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34143 w 5660724"/>
              <a:gd name="connsiteY4" fmla="*/ 4442924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771791 w 5660724"/>
              <a:gd name="connsiteY3" fmla="*/ 3971436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113836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72631"/>
              <a:gd name="connsiteY0" fmla="*/ 0 h 4544842"/>
              <a:gd name="connsiteX1" fmla="*/ 5660724 w 5672631"/>
              <a:gd name="connsiteY1" fmla="*/ 0 h 4544842"/>
              <a:gd name="connsiteX2" fmla="*/ 5672631 w 5672631"/>
              <a:gd name="connsiteY2" fmla="*/ 4054305 h 4544842"/>
              <a:gd name="connsiteX3" fmla="*/ 2874185 w 5672631"/>
              <a:gd name="connsiteY3" fmla="*/ 4114311 h 4544842"/>
              <a:gd name="connsiteX4" fmla="*/ 2593674 w 5672631"/>
              <a:gd name="connsiteY4" fmla="*/ 4535793 h 4544842"/>
              <a:gd name="connsiteX5" fmla="*/ 0 w 5672631"/>
              <a:gd name="connsiteY5" fmla="*/ 4544842 h 4544842"/>
              <a:gd name="connsiteX6" fmla="*/ 0 w 5672631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21455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60724" h="4544842">
                <a:moveTo>
                  <a:pt x="0" y="0"/>
                </a:moveTo>
                <a:lnTo>
                  <a:pt x="5660724" y="0"/>
                </a:lnTo>
                <a:lnTo>
                  <a:pt x="5655963" y="4120980"/>
                </a:lnTo>
                <a:lnTo>
                  <a:pt x="2874185" y="4121455"/>
                </a:lnTo>
                <a:lnTo>
                  <a:pt x="2593674" y="4535793"/>
                </a:lnTo>
                <a:lnTo>
                  <a:pt x="0" y="454484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tIns="1280160"/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12707" y="4987818"/>
            <a:ext cx="4245543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defRPr sz="12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E32291E-24B4-2FB8-4B35-A439686DB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1A378F0-4CD0-C4E0-D2F7-5959B577E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4906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 Gra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387" y="-300748"/>
            <a:ext cx="4235323" cy="186974"/>
          </a:xfrm>
        </p:spPr>
        <p:txBody>
          <a:bodyPr wrap="square">
            <a:spAutoFit/>
          </a:bodyPr>
          <a:lstStyle>
            <a:lvl1pPr>
              <a:defRPr sz="135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BAF2E-BAB1-C03F-41A7-B26DABB21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04744" y="2732673"/>
            <a:ext cx="706453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9525" marR="3810" lvl="0" indent="0" defTabSz="6858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50" b="1" u="none" strike="noStrike" kern="0" cap="none" spc="-79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45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387" y="3485571"/>
            <a:ext cx="4123877" cy="2503272"/>
          </a:xfrm>
        </p:spPr>
        <p:txBody>
          <a:bodyPr/>
          <a:lstStyle>
            <a:lvl1pPr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defRPr sz="2400" b="0" spc="-38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AE626E5-51F6-0BEB-2AFE-FE78E1409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4622978" y="400050"/>
            <a:ext cx="4228127" cy="4521510"/>
          </a:xfrm>
          <a:custGeom>
            <a:avLst/>
            <a:gdLst>
              <a:gd name="connsiteX0" fmla="*/ 0 w 5637503"/>
              <a:gd name="connsiteY0" fmla="*/ 0 h 4521510"/>
              <a:gd name="connsiteX1" fmla="*/ 5637503 w 5637503"/>
              <a:gd name="connsiteY1" fmla="*/ 0 h 4521510"/>
              <a:gd name="connsiteX2" fmla="*/ 5636321 w 5637503"/>
              <a:gd name="connsiteY2" fmla="*/ 2101892 h 4521510"/>
              <a:gd name="connsiteX3" fmla="*/ 5635136 w 5637503"/>
              <a:gd name="connsiteY3" fmla="*/ 4208474 h 4521510"/>
              <a:gd name="connsiteX4" fmla="*/ 2786509 w 5637503"/>
              <a:gd name="connsiteY4" fmla="*/ 4206576 h 4521510"/>
              <a:gd name="connsiteX5" fmla="*/ 2583036 w 5637503"/>
              <a:gd name="connsiteY5" fmla="*/ 4512498 h 4521510"/>
              <a:gd name="connsiteX6" fmla="*/ 0 w 5637503"/>
              <a:gd name="connsiteY6" fmla="*/ 4521510 h 4521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37503" h="4521510">
                <a:moveTo>
                  <a:pt x="0" y="0"/>
                </a:moveTo>
                <a:lnTo>
                  <a:pt x="5637503" y="0"/>
                </a:lnTo>
                <a:lnTo>
                  <a:pt x="5636321" y="2101892"/>
                </a:lnTo>
                <a:cubicBezTo>
                  <a:pt x="5636518" y="2804481"/>
                  <a:pt x="5636716" y="3507070"/>
                  <a:pt x="5635136" y="4208474"/>
                </a:cubicBezTo>
                <a:lnTo>
                  <a:pt x="2786509" y="4206576"/>
                </a:lnTo>
                <a:lnTo>
                  <a:pt x="2583036" y="4512498"/>
                </a:lnTo>
                <a:lnTo>
                  <a:pt x="0" y="452151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1280160" bIns="2743200" anchor="t" anchorCtr="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12707" y="4987818"/>
            <a:ext cx="4245543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defRPr sz="12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605F451-C7FA-B67A-7A4E-B4953B3BF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7A1FB0A-E7CA-63CD-DB09-C9F16CA91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571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743AD5A7-567D-9EC7-BECB-71D2480F2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9144000" cy="6857999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-300748"/>
            <a:ext cx="4226091" cy="186974"/>
          </a:xfrm>
        </p:spPr>
        <p:txBody>
          <a:bodyPr wrap="square">
            <a:spAutoFit/>
          </a:bodyPr>
          <a:lstStyle>
            <a:lvl1pPr>
              <a:defRPr sz="135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339CEB-91F9-B7FD-86D6-A4C114DA3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0152" y="400052"/>
            <a:ext cx="4558514" cy="5024273"/>
          </a:xfrm>
          <a:custGeom>
            <a:avLst/>
            <a:gdLst>
              <a:gd name="connsiteX0" fmla="*/ 0 w 6078018"/>
              <a:gd name="connsiteY0" fmla="*/ 0 h 5024273"/>
              <a:gd name="connsiteX1" fmla="*/ 6078018 w 6078018"/>
              <a:gd name="connsiteY1" fmla="*/ 0 h 5024273"/>
              <a:gd name="connsiteX2" fmla="*/ 6078018 w 6078018"/>
              <a:gd name="connsiteY2" fmla="*/ 4662902 h 5024273"/>
              <a:gd name="connsiteX3" fmla="*/ 3041951 w 6078018"/>
              <a:gd name="connsiteY3" fmla="*/ 4663975 h 5024273"/>
              <a:gd name="connsiteX4" fmla="*/ 2829053 w 6078018"/>
              <a:gd name="connsiteY4" fmla="*/ 5023866 h 5024273"/>
              <a:gd name="connsiteX5" fmla="*/ 0 w 6078018"/>
              <a:gd name="connsiteY5" fmla="*/ 5024273 h 502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78018" h="5024273">
                <a:moveTo>
                  <a:pt x="0" y="0"/>
                </a:moveTo>
                <a:lnTo>
                  <a:pt x="6078018" y="0"/>
                </a:lnTo>
                <a:lnTo>
                  <a:pt x="6078018" y="4662902"/>
                </a:lnTo>
                <a:lnTo>
                  <a:pt x="3041951" y="4663975"/>
                </a:lnTo>
                <a:lnTo>
                  <a:pt x="2829053" y="5023866"/>
                </a:lnTo>
                <a:lnTo>
                  <a:pt x="0" y="502427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411480" tIns="1170432" rIns="365760">
            <a:noAutofit/>
          </a:bodyPr>
          <a:lstStyle>
            <a:lvl1pPr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defRPr sz="2400" b="0" spc="-38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19398" y="4470739"/>
            <a:ext cx="3528644" cy="51083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D1BEFAC-D99F-7020-6110-CD8460311A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6046" y="6501385"/>
            <a:ext cx="274320" cy="161583"/>
          </a:xfrm>
        </p:spPr>
        <p:txBody>
          <a:bodyPr anchor="b" anchorCtr="0">
            <a:noAutofit/>
          </a:bodyPr>
          <a:lstStyle>
            <a:lvl1pPr>
              <a:defRPr sz="788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DFE5ED4-420E-CADB-A68A-A7D421280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961284F9-299F-5762-4D10-4246CB963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EFB371-D664-A7CF-D5EE-BB0684D60FED}"/>
              </a:ext>
            </a:extLst>
          </p:cNvPr>
          <p:cNvSpPr txBox="1"/>
          <p:nvPr userDrawn="1"/>
        </p:nvSpPr>
        <p:spPr>
          <a:xfrm>
            <a:off x="4526129" y="299570"/>
            <a:ext cx="571500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9525" marR="3810" lvl="0" indent="0" defTabSz="685800" eaLnBrk="1" fontAlgn="auto" latinLnBrk="0" hangingPunct="1"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50" b="1" u="none" strike="noStrike" kern="0" cap="none" spc="-79" normalizeH="0" baseline="0" noProof="0">
                <a:ln>
                  <a:noFill/>
                </a:ln>
                <a:solidFill>
                  <a:srgbClr val="FC5108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“</a:t>
            </a:r>
            <a:endParaRPr kumimoji="0" lang="en-US" sz="10350" b="1" u="none" strike="noStrike" kern="0" cap="none" spc="0" normalizeH="0" baseline="0" noProof="0">
              <a:ln>
                <a:noFill/>
              </a:ln>
              <a:solidFill>
                <a:srgbClr val="FC5108"/>
              </a:solidFill>
              <a:effectLst/>
              <a:uLnTx/>
              <a:uFillTx/>
              <a:latin typeface="+mn-lt"/>
              <a:cs typeface="Arial" panose="020B0604020202020204" pitchFamily="34" charset="0"/>
            </a:endParaRPr>
          </a:p>
          <a:p>
            <a:endParaRPr lang="en-US" sz="4500" b="1">
              <a:solidFill>
                <a:srgbClr val="FC5108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6700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-300748"/>
            <a:ext cx="4232672" cy="186974"/>
          </a:xfrm>
        </p:spPr>
        <p:txBody>
          <a:bodyPr wrap="square">
            <a:spAutoFit/>
          </a:bodyPr>
          <a:lstStyle>
            <a:lvl1pPr>
              <a:defRPr sz="135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1270" y="4463449"/>
            <a:ext cx="3528644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0894" y="737609"/>
            <a:ext cx="4253982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495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F16A-3F0F-40AD-25BD-32F2F4A17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E1340CD9-3B8A-B030-B8FC-EAD510678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42481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2">
    <p:bg>
      <p:bgPr>
        <a:solidFill>
          <a:srgbClr val="DFE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-300748"/>
            <a:ext cx="4232672" cy="186974"/>
          </a:xfrm>
        </p:spPr>
        <p:txBody>
          <a:bodyPr wrap="square">
            <a:spAutoFit/>
          </a:bodyPr>
          <a:lstStyle>
            <a:lvl1pPr>
              <a:defRPr sz="135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1752" y="4462273"/>
            <a:ext cx="3528644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2292" y="740665"/>
            <a:ext cx="4253982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495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BD27D-46ED-F893-79F1-23481FEA9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8206B60F-A556-76A5-2FBC-4C736F4B1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9158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3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752" y="-300748"/>
            <a:ext cx="4230958" cy="186974"/>
          </a:xfrm>
        </p:spPr>
        <p:txBody>
          <a:bodyPr wrap="square">
            <a:spAutoFit/>
          </a:bodyPr>
          <a:lstStyle>
            <a:lvl1pPr>
              <a:defRPr sz="135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1752" y="4462273"/>
            <a:ext cx="3528644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2292" y="740665"/>
            <a:ext cx="4253982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495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77249-98B8-FACA-4ACE-60FB5325B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427FF8A-B4F7-3F6B-6AC3-2F7EC1DC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698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F2C136D6-EB53-8EAB-067D-F21D72B54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9144000" cy="6857999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0747" y="-319682"/>
            <a:ext cx="4271963" cy="186974"/>
          </a:xfrm>
        </p:spPr>
        <p:txBody>
          <a:bodyPr wrap="square">
            <a:spAutoFit/>
          </a:bodyPr>
          <a:lstStyle>
            <a:lvl1pPr>
              <a:defRPr sz="135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1752" y="4462273"/>
            <a:ext cx="3528644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2292" y="740665"/>
            <a:ext cx="4253982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495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D3CF2F-7A33-6AA8-EBBC-3A558D724586}"/>
              </a:ext>
            </a:extLst>
          </p:cNvPr>
          <p:cNvSpPr txBox="1"/>
          <p:nvPr userDrawn="1"/>
        </p:nvSpPr>
        <p:spPr>
          <a:xfrm>
            <a:off x="296047" y="6541716"/>
            <a:ext cx="323612" cy="121252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l"/>
            <a:r>
              <a:rPr lang="en-US" sz="788" b="1">
                <a:solidFill>
                  <a:schemeClr val="bg1"/>
                </a:solidFill>
              </a:rPr>
              <a:t>PwC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94593D8-AEB6-3CA5-7E3B-6BA6D552D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C1E67C1D-7D69-01C7-F212-8FD6EC41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60539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D055151-7117-866F-6824-F774A7F56F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963" y="3480486"/>
            <a:ext cx="3374610" cy="2458352"/>
          </a:xfrm>
        </p:spPr>
        <p:txBody>
          <a:bodyPr/>
          <a:lstStyle>
            <a:lvl1pPr>
              <a:lnSpc>
                <a:spcPct val="100000"/>
              </a:lnSpc>
              <a:defRPr sz="2400" b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96854-0B82-0332-CB0D-B653A0471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899297" y="400050"/>
            <a:ext cx="4961132" cy="5539040"/>
          </a:xfrm>
          <a:custGeom>
            <a:avLst/>
            <a:gdLst>
              <a:gd name="connsiteX0" fmla="*/ 2370 w 6614842"/>
              <a:gd name="connsiteY0" fmla="*/ 0 h 5539040"/>
              <a:gd name="connsiteX1" fmla="*/ 6614842 w 6614842"/>
              <a:gd name="connsiteY1" fmla="*/ 0 h 5539040"/>
              <a:gd name="connsiteX2" fmla="*/ 6611213 w 6614842"/>
              <a:gd name="connsiteY2" fmla="*/ 5179084 h 5539040"/>
              <a:gd name="connsiteX3" fmla="*/ 3320084 w 6614842"/>
              <a:gd name="connsiteY3" fmla="*/ 5175675 h 5539040"/>
              <a:gd name="connsiteX4" fmla="*/ 3075776 w 6614842"/>
              <a:gd name="connsiteY4" fmla="*/ 5539040 h 5539040"/>
              <a:gd name="connsiteX5" fmla="*/ 0 w 6614842"/>
              <a:gd name="connsiteY5" fmla="*/ 5536403 h 5539040"/>
              <a:gd name="connsiteX6" fmla="*/ 2078 w 6614842"/>
              <a:gd name="connsiteY6" fmla="*/ 2755139 h 553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42" h="5539040">
                <a:moveTo>
                  <a:pt x="2370" y="0"/>
                </a:moveTo>
                <a:lnTo>
                  <a:pt x="6614842" y="0"/>
                </a:lnTo>
                <a:lnTo>
                  <a:pt x="6611213" y="5179084"/>
                </a:lnTo>
                <a:lnTo>
                  <a:pt x="3320084" y="5175675"/>
                </a:lnTo>
                <a:lnTo>
                  <a:pt x="3075776" y="5539040"/>
                </a:lnTo>
                <a:lnTo>
                  <a:pt x="0" y="5536403"/>
                </a:lnTo>
                <a:cubicBezTo>
                  <a:pt x="1583" y="4615367"/>
                  <a:pt x="1979" y="3686592"/>
                  <a:pt x="2078" y="275513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29E8A37-B7AE-34F5-AC2C-2C3307E45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83E901E5-0C0F-02C2-6E8B-66E81BE06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66994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02337"/>
            <a:ext cx="2803090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5752" y="2979421"/>
            <a:ext cx="2795588" cy="26209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125"/>
            </a:lvl1pPr>
            <a:lvl2pPr>
              <a:defRPr sz="900"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A2383-F769-2E5D-64C9-71C8F2AC6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899298" y="402336"/>
            <a:ext cx="4961128" cy="5532376"/>
          </a:xfrm>
          <a:custGeom>
            <a:avLst/>
            <a:gdLst>
              <a:gd name="connsiteX0" fmla="*/ 2369 w 6614837"/>
              <a:gd name="connsiteY0" fmla="*/ 0 h 5532376"/>
              <a:gd name="connsiteX1" fmla="*/ 6614837 w 6614837"/>
              <a:gd name="connsiteY1" fmla="*/ 0 h 5532376"/>
              <a:gd name="connsiteX2" fmla="*/ 6611213 w 6614837"/>
              <a:gd name="connsiteY2" fmla="*/ 5172420 h 5532376"/>
              <a:gd name="connsiteX3" fmla="*/ 3320084 w 6614837"/>
              <a:gd name="connsiteY3" fmla="*/ 5169011 h 5532376"/>
              <a:gd name="connsiteX4" fmla="*/ 3075776 w 6614837"/>
              <a:gd name="connsiteY4" fmla="*/ 5532376 h 5532376"/>
              <a:gd name="connsiteX5" fmla="*/ 0 w 6614837"/>
              <a:gd name="connsiteY5" fmla="*/ 5529739 h 5532376"/>
              <a:gd name="connsiteX6" fmla="*/ 2078 w 6614837"/>
              <a:gd name="connsiteY6" fmla="*/ 2748475 h 553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37" h="5532376">
                <a:moveTo>
                  <a:pt x="2369" y="0"/>
                </a:moveTo>
                <a:lnTo>
                  <a:pt x="6614837" y="0"/>
                </a:lnTo>
                <a:lnTo>
                  <a:pt x="6611213" y="5172420"/>
                </a:lnTo>
                <a:lnTo>
                  <a:pt x="3320084" y="5169011"/>
                </a:lnTo>
                <a:lnTo>
                  <a:pt x="3075776" y="5532376"/>
                </a:lnTo>
                <a:lnTo>
                  <a:pt x="0" y="5529739"/>
                </a:lnTo>
                <a:cubicBezTo>
                  <a:pt x="1583" y="4608703"/>
                  <a:pt x="1979" y="3679928"/>
                  <a:pt x="2078" y="27484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619E784-11F4-A104-BB77-5E8F8D39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BF37CFFA-3D80-3409-C50E-D2A382F26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3783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1" y="2457451"/>
            <a:ext cx="2075856" cy="7658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5752" y="3492183"/>
            <a:ext cx="2068354" cy="2115820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900" b="0">
                <a:latin typeface="+mj-lt"/>
              </a:defRPr>
            </a:lvl1pPr>
            <a:lvl2pPr>
              <a:defRPr sz="900"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65F8295-3C5A-A1AE-F43F-1FA6D8B2F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0A1C61F-1977-8EC5-355B-66B6908EB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8FF515D-AF08-494F-FFD1-C5F2FEFB4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2466353" y="400050"/>
            <a:ext cx="6385136" cy="5540196"/>
          </a:xfrm>
          <a:custGeom>
            <a:avLst/>
            <a:gdLst>
              <a:gd name="connsiteX0" fmla="*/ 3049 w 8513514"/>
              <a:gd name="connsiteY0" fmla="*/ 0 h 5540196"/>
              <a:gd name="connsiteX1" fmla="*/ 8513003 w 8513514"/>
              <a:gd name="connsiteY1" fmla="*/ 0 h 5540196"/>
              <a:gd name="connsiteX2" fmla="*/ 8512994 w 8513514"/>
              <a:gd name="connsiteY2" fmla="*/ 10458 h 5540196"/>
              <a:gd name="connsiteX3" fmla="*/ 8513514 w 8513514"/>
              <a:gd name="connsiteY3" fmla="*/ 10458 h 5540196"/>
              <a:gd name="connsiteX4" fmla="*/ 8508849 w 8513514"/>
              <a:gd name="connsiteY4" fmla="*/ 5182877 h 5540196"/>
              <a:gd name="connsiteX5" fmla="*/ 4273312 w 8513514"/>
              <a:gd name="connsiteY5" fmla="*/ 5179468 h 5540196"/>
              <a:gd name="connsiteX6" fmla="*/ 4037481 w 8513514"/>
              <a:gd name="connsiteY6" fmla="*/ 5538070 h 5540196"/>
              <a:gd name="connsiteX7" fmla="*/ 511 w 8513514"/>
              <a:gd name="connsiteY7" fmla="*/ 5540196 h 5540196"/>
              <a:gd name="connsiteX8" fmla="*/ 527 w 8513514"/>
              <a:gd name="connsiteY8" fmla="*/ 5529738 h 5540196"/>
              <a:gd name="connsiteX9" fmla="*/ 0 w 8513514"/>
              <a:gd name="connsiteY9" fmla="*/ 5529738 h 5540196"/>
              <a:gd name="connsiteX10" fmla="*/ 2674 w 8513514"/>
              <a:gd name="connsiteY10" fmla="*/ 2748474 h 554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13514" h="5540196">
                <a:moveTo>
                  <a:pt x="3049" y="0"/>
                </a:moveTo>
                <a:lnTo>
                  <a:pt x="8513003" y="0"/>
                </a:lnTo>
                <a:lnTo>
                  <a:pt x="8512994" y="10458"/>
                </a:lnTo>
                <a:lnTo>
                  <a:pt x="8513514" y="10458"/>
                </a:lnTo>
                <a:lnTo>
                  <a:pt x="8508849" y="5182877"/>
                </a:lnTo>
                <a:lnTo>
                  <a:pt x="4273312" y="5179468"/>
                </a:lnTo>
                <a:lnTo>
                  <a:pt x="4037481" y="5538070"/>
                </a:lnTo>
                <a:lnTo>
                  <a:pt x="511" y="5540196"/>
                </a:lnTo>
                <a:lnTo>
                  <a:pt x="527" y="5529738"/>
                </a:lnTo>
                <a:lnTo>
                  <a:pt x="0" y="5529738"/>
                </a:lnTo>
                <a:cubicBezTo>
                  <a:pt x="2037" y="4608702"/>
                  <a:pt x="2547" y="3679927"/>
                  <a:pt x="2674" y="274847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188720" tIns="1554480" rIns="118872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125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22028377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-300748"/>
            <a:ext cx="4232672" cy="186974"/>
          </a:xfrm>
        </p:spPr>
        <p:txBody>
          <a:bodyPr wrap="square">
            <a:spAutoFit/>
          </a:bodyPr>
          <a:lstStyle>
            <a:lvl1pPr>
              <a:defRPr sz="135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612707" y="918221"/>
            <a:ext cx="4245542" cy="1384995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250" b="0" kern="100" spc="-38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2707" y="2433638"/>
            <a:ext cx="4245543" cy="3027363"/>
          </a:xfrm>
        </p:spPr>
        <p:txBody>
          <a:bodyPr/>
          <a:lstStyle>
            <a:lvl1pPr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defRPr sz="4950" b="0" spc="-38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B293083-8587-219C-C524-D809D6A86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AC9A00F-F989-8AFC-7652-904E0B2E4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37C9592-01FB-4A3C-B7D0-60D0B86B7CC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1475" y="4513994"/>
            <a:ext cx="3513288" cy="143271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 b="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4498481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-300748"/>
            <a:ext cx="4232672" cy="186974"/>
          </a:xfrm>
        </p:spPr>
        <p:txBody>
          <a:bodyPr wrap="square">
            <a:spAutoFit/>
          </a:bodyPr>
          <a:lstStyle>
            <a:lvl1pPr>
              <a:defRPr sz="135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1475" y="4513994"/>
            <a:ext cx="3513288" cy="143271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 b="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612707" y="918221"/>
            <a:ext cx="4238399" cy="1384995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250" b="0" kern="100" spc="-38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2707" y="2433638"/>
            <a:ext cx="4245543" cy="3027363"/>
          </a:xfrm>
        </p:spPr>
        <p:txBody>
          <a:bodyPr/>
          <a:lstStyle>
            <a:lvl1pPr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defRPr sz="4950" b="0" spc="-38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88750FF-80B0-EEE6-F89F-A76248A4F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E9F5B4A-B723-2879-D7EE-D016027E2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35103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69B2012-7A09-E6A5-2473-4DB6823B0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1" y="402337"/>
            <a:ext cx="3516512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806524E-A06F-7FE8-9CD5-2244991C1E3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05752" y="3492184"/>
            <a:ext cx="2789873" cy="2446655"/>
          </a:xfrm>
        </p:spPr>
        <p:txBody>
          <a:bodyPr/>
          <a:lstStyle>
            <a:lvl1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1800" b="1">
                <a:latin typeface="+mn-lt"/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099A4469-274E-EB1F-F85D-D95E959AA1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99984" y="1424941"/>
            <a:ext cx="1353054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0678072-A6EC-A7CF-E412-0D3F27A1A0A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45879" y="1446214"/>
            <a:ext cx="2783709" cy="1411287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750FAC0A-93E6-9A08-7990-0346002AB7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99984" y="2981643"/>
            <a:ext cx="1353054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62FE28B-1451-7A6D-A415-8DE9235897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345879" y="2979421"/>
            <a:ext cx="2783709" cy="1411287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C66DD72C-97BB-14F2-361C-2441F75A432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99984" y="4521518"/>
            <a:ext cx="1353054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DD78EAE-A704-D3CE-D6AA-6E6E52DCA21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345879" y="4519932"/>
            <a:ext cx="2783709" cy="1411287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A56C71D-1695-AE64-7C05-4DD0750A3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3EB5F658-B8CE-7FB5-990E-79F690D1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40505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arge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1" y="3444093"/>
            <a:ext cx="3516512" cy="24490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24150" y="880660"/>
            <a:ext cx="4227371" cy="204542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5000" b="0" spc="-293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05126B4-5061-ACE1-29DB-F4E4B9305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A318CA9E-32E8-938F-0187-CE5990310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440408-8D82-6FAB-8574-86AD0978A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24388" y="3500447"/>
            <a:ext cx="4226719" cy="2438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481009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3492184"/>
            <a:ext cx="4234460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38763" y="400050"/>
            <a:ext cx="3512344" cy="2970213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4500"/>
              </a:spcAft>
              <a:defRPr sz="645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8C705A-7501-8BB2-360F-85F75D8C54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78229" y="3484564"/>
            <a:ext cx="2068115" cy="1939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250626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1" y="3492184"/>
            <a:ext cx="3930850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18436" y="400050"/>
            <a:ext cx="2074068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900"/>
              </a:spcAft>
              <a:tabLst>
                <a:tab pos="342900" algn="l"/>
              </a:tabLst>
              <a:defRPr sz="405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75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40117" y="2457451"/>
            <a:ext cx="1860947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450"/>
              </a:spcAft>
              <a:defRPr sz="75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7038" y="400050"/>
            <a:ext cx="2074068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900"/>
              </a:spcAft>
              <a:tabLst>
                <a:tab pos="342900" algn="l"/>
              </a:tabLst>
              <a:defRPr sz="405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75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98720" y="2457451"/>
            <a:ext cx="1860947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450"/>
              </a:spcAft>
              <a:defRPr sz="75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8436" y="3308287"/>
            <a:ext cx="2074068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900"/>
              </a:spcAft>
              <a:tabLst>
                <a:tab pos="342900" algn="l"/>
              </a:tabLst>
              <a:defRPr sz="405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75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40117" y="5365688"/>
            <a:ext cx="1860947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450"/>
              </a:spcAft>
              <a:defRPr sz="75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77038" y="3308287"/>
            <a:ext cx="2074068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900"/>
              </a:spcAft>
              <a:tabLst>
                <a:tab pos="342900" algn="l"/>
              </a:tabLst>
              <a:defRPr sz="405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75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98720" y="5365688"/>
            <a:ext cx="1860947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450"/>
              </a:spcAft>
              <a:defRPr sz="75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28881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ACEF0AF-E2A8-B95F-9038-793C9FF94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05586" y="2459736"/>
            <a:ext cx="2482596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700" b="0" spc="-293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5586" y="3497972"/>
            <a:ext cx="2482596" cy="2752344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185732" y="2459736"/>
            <a:ext cx="2482596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700" b="0" spc="-293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185732" y="3497972"/>
            <a:ext cx="2482596" cy="2752344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065699" y="2459736"/>
            <a:ext cx="2482596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5700" b="0" spc="-293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065699" y="3497972"/>
            <a:ext cx="2482596" cy="2752344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5232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5B5614F-1512-8F64-6245-6374F3844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6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05586" y="2459736"/>
            <a:ext cx="1797038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950" b="0" spc="-293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5586" y="3499316"/>
            <a:ext cx="1783584" cy="2752344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466468" y="2459736"/>
            <a:ext cx="1797038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950" b="0" spc="-293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2466468" y="3499316"/>
            <a:ext cx="1783584" cy="2752344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27350" y="2459736"/>
            <a:ext cx="1797038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950" b="0" spc="-293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27350" y="3499316"/>
            <a:ext cx="1783584" cy="2752344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C89EB2-461C-D9DB-DBF2-EA17EA40A6C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788232" y="2459736"/>
            <a:ext cx="1797038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950" b="0" spc="-293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9B3672-1BF6-5E8D-DC7D-048381D2695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788232" y="3499316"/>
            <a:ext cx="1783584" cy="2752344"/>
          </a:xfrm>
        </p:spPr>
        <p:txBody>
          <a:bodyPr/>
          <a:lstStyle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50DA203-9211-4FDA-05C5-46A210422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B4612D97-4010-1226-69CD-B037A384C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275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319" y="3495321"/>
            <a:ext cx="2789307" cy="2451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3899298" y="1946276"/>
            <a:ext cx="4230290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08071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613" y="1970668"/>
            <a:ext cx="2022458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E07336A-CA43-BA10-15BC-4A7C003A234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8613" y="4513263"/>
            <a:ext cx="2064243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900">
                <a:latin typeface="+mj-lt"/>
              </a:defRPr>
            </a:lvl2pPr>
            <a:lvl3pPr>
              <a:defRPr sz="900">
                <a:latin typeface="+mj-lt"/>
              </a:defRPr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466482" y="1970668"/>
            <a:ext cx="2022458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2466482" y="4513263"/>
            <a:ext cx="2064243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900">
                <a:latin typeface="+mj-lt"/>
              </a:defRPr>
            </a:lvl2pPr>
            <a:lvl3pPr>
              <a:defRPr sz="900">
                <a:latin typeface="+mj-lt"/>
              </a:defRPr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24351" y="1970668"/>
            <a:ext cx="2022458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38614DA-316C-FC85-3F42-B262BEAC7A89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624354" y="4513263"/>
            <a:ext cx="2064243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900">
                <a:latin typeface="+mj-lt"/>
              </a:defRPr>
            </a:lvl2pPr>
            <a:lvl3pPr>
              <a:defRPr sz="900">
                <a:latin typeface="+mj-lt"/>
              </a:defRPr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782221" y="1970668"/>
            <a:ext cx="2022458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19D1C7E-BE40-062C-9607-4651359E8EAD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6787685" y="4513263"/>
            <a:ext cx="2064243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900">
                <a:latin typeface="+mj-lt"/>
              </a:defRPr>
            </a:lvl2pPr>
            <a:lvl3pPr>
              <a:defRPr sz="900">
                <a:latin typeface="+mj-lt"/>
              </a:defRPr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8772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613" y="1442399"/>
            <a:ext cx="2022458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2466482" y="1433353"/>
            <a:ext cx="2064243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125"/>
            </a:lvl1pPr>
            <a:lvl2pPr>
              <a:lnSpc>
                <a:spcPct val="100000"/>
              </a:lnSpc>
              <a:spcBef>
                <a:spcPts val="0"/>
              </a:spcBef>
              <a:defRPr sz="900">
                <a:latin typeface="+mj-lt"/>
              </a:defRPr>
            </a:lvl2pPr>
            <a:lvl3pPr>
              <a:defRPr sz="900">
                <a:latin typeface="+mj-lt"/>
              </a:defRPr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8613" y="3494739"/>
            <a:ext cx="2022458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1502B-FAB9-8313-90B7-D7C06363AE17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2466482" y="3495710"/>
            <a:ext cx="2064243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125"/>
            </a:lvl1pPr>
            <a:lvl2pPr>
              <a:lnSpc>
                <a:spcPct val="100000"/>
              </a:lnSpc>
              <a:spcBef>
                <a:spcPts val="0"/>
              </a:spcBef>
              <a:defRPr sz="900">
                <a:latin typeface="+mj-lt"/>
              </a:defRPr>
            </a:lvl2pPr>
            <a:lvl3pPr>
              <a:defRPr sz="900">
                <a:latin typeface="+mj-lt"/>
              </a:defRPr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625193" y="1442399"/>
            <a:ext cx="2022458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DF40A1F-2110-372D-0359-94789B6D9CD7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6786863" y="1433353"/>
            <a:ext cx="2064243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125"/>
            </a:lvl1pPr>
            <a:lvl2pPr>
              <a:lnSpc>
                <a:spcPct val="100000"/>
              </a:lnSpc>
              <a:spcBef>
                <a:spcPts val="0"/>
              </a:spcBef>
              <a:defRPr sz="900">
                <a:latin typeface="+mj-lt"/>
              </a:defRPr>
            </a:lvl2pPr>
            <a:lvl3pPr>
              <a:defRPr sz="900">
                <a:latin typeface="+mj-lt"/>
              </a:defRPr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625193" y="3494739"/>
            <a:ext cx="2022458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CAFF494-77C5-F797-6FAA-D4D42743AB5D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6783062" y="3495710"/>
            <a:ext cx="2064243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125"/>
            </a:lvl1pPr>
            <a:lvl2pPr>
              <a:lnSpc>
                <a:spcPct val="100000"/>
              </a:lnSpc>
              <a:spcBef>
                <a:spcPts val="0"/>
              </a:spcBef>
              <a:defRPr sz="900">
                <a:latin typeface="+mj-lt"/>
              </a:defRPr>
            </a:lvl2pPr>
            <a:lvl3pPr>
              <a:defRPr sz="900">
                <a:latin typeface="+mj-lt"/>
              </a:defRPr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2722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E5D8444-089B-403E-0473-39C612391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8585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688FCD4-650D-9754-A431-CE452572F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49962D1-3866-8382-AE37-FC366FF57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78825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F8F99880-94B3-9D84-6F85-4EE14C59C385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171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5244" y="1946276"/>
            <a:ext cx="4972050" cy="1482725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900"/>
              </a:spcBef>
              <a:defRPr sz="495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7863" y="4823926"/>
            <a:ext cx="4953244" cy="1655540"/>
          </a:xfrm>
        </p:spPr>
        <p:txBody>
          <a:bodyPr bIns="36576" anchor="b" anchorCtr="0"/>
          <a:lstStyle>
            <a:lvl1pPr marL="0" indent="0" algn="l">
              <a:lnSpc>
                <a:spcPct val="125000"/>
              </a:lnSpc>
              <a:spcBef>
                <a:spcPts val="75"/>
              </a:spcBef>
              <a:spcAft>
                <a:spcPts val="0"/>
              </a:spcAft>
              <a:buNone/>
              <a:defRPr sz="825" b="0"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75"/>
              </a:spcBef>
              <a:buNone/>
              <a:defRPr sz="1050" b="1">
                <a:latin typeface="+mn-lt"/>
              </a:defRPr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legal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301823" y="6216755"/>
            <a:ext cx="740588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2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396283543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1824" y="1428750"/>
            <a:ext cx="6390680" cy="1933344"/>
          </a:xfrm>
        </p:spPr>
        <p:txBody>
          <a:bodyPr anchor="b" anchorCtr="0"/>
          <a:lstStyle>
            <a:lvl1pPr algn="l">
              <a:lnSpc>
                <a:spcPct val="80000"/>
              </a:lnSpc>
              <a:spcBef>
                <a:spcPts val="900"/>
              </a:spcBef>
              <a:defRPr sz="495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824" y="3490335"/>
            <a:ext cx="6390681" cy="1422978"/>
          </a:xfr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75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75"/>
              </a:spcBef>
              <a:buNone/>
              <a:defRPr sz="1050" b="1">
                <a:latin typeface="+mn-lt"/>
              </a:defRPr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301823" y="6216755"/>
            <a:ext cx="740588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2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185082321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1823" y="1957426"/>
            <a:ext cx="3921978" cy="2441537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900"/>
              </a:spcBef>
              <a:defRPr sz="495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8436" y="1957425"/>
            <a:ext cx="3511152" cy="2441538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75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75"/>
              </a:spcBef>
              <a:buNone/>
              <a:defRPr sz="1050" b="1">
                <a:latin typeface="+mn-lt"/>
              </a:defRPr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301823" y="6216755"/>
            <a:ext cx="740588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2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29327031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0978934B-5525-9236-62EF-C2B06F0B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0187" y="400051"/>
            <a:ext cx="8540920" cy="3484563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0187" y="4410115"/>
            <a:ext cx="4222523" cy="1541462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900"/>
              </a:spcBef>
              <a:defRPr sz="495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9954" y="4410115"/>
            <a:ext cx="3511152" cy="1541463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75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75"/>
              </a:spcBef>
              <a:buNone/>
              <a:defRPr sz="1050" b="1">
                <a:latin typeface="+mn-lt"/>
              </a:defRPr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301823" y="6216755"/>
            <a:ext cx="740588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2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366572429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1873B9CA-C271-768C-0B16-88845540153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1714" cy="6858000"/>
          </a:xfrm>
          <a:prstGeom prst="rect">
            <a:avLst/>
          </a:prstGeom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954787" cy="9152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249" y="1946276"/>
            <a:ext cx="7112201" cy="3992562"/>
          </a:xfrm>
        </p:spPr>
        <p:txBody>
          <a:bodyPr/>
          <a:lstStyle>
            <a:lvl1pPr>
              <a:spcAft>
                <a:spcPts val="900"/>
              </a:spcAft>
              <a:defRPr sz="1050"/>
            </a:lvl1pPr>
            <a:lvl2pPr>
              <a:defRPr sz="900">
                <a:latin typeface="+mn-lt"/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56A229-FEBB-D152-453C-CB7311E22927}"/>
              </a:ext>
            </a:extLst>
          </p:cNvPr>
          <p:cNvSpPr txBox="1"/>
          <p:nvPr userDrawn="1"/>
        </p:nvSpPr>
        <p:spPr>
          <a:xfrm>
            <a:off x="301823" y="6216755"/>
            <a:ext cx="740588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2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29580246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0" y="402337"/>
            <a:ext cx="4234460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8251" y="1953896"/>
            <a:ext cx="4954787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0100" y="6537773"/>
            <a:ext cx="6611112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788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296047" y="6497442"/>
            <a:ext cx="323612" cy="1212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88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7864" y="6541716"/>
            <a:ext cx="223657" cy="1212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788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49388" y="7056787"/>
            <a:ext cx="2057400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788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115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730" r:id="rId3"/>
    <p:sldLayoutId id="2147483731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  <p:sldLayoutId id="2147483712" r:id="rId54"/>
    <p:sldLayoutId id="2147483713" r:id="rId55"/>
    <p:sldLayoutId id="2147483714" r:id="rId56"/>
    <p:sldLayoutId id="2147483715" r:id="rId57"/>
    <p:sldLayoutId id="2147483716" r:id="rId58"/>
    <p:sldLayoutId id="2147483717" r:id="rId59"/>
    <p:sldLayoutId id="2147483718" r:id="rId60"/>
    <p:sldLayoutId id="2147483719" r:id="rId61"/>
    <p:sldLayoutId id="2147483720" r:id="rId62"/>
    <p:sldLayoutId id="2147483721" r:id="rId63"/>
    <p:sldLayoutId id="2147483722" r:id="rId64"/>
    <p:sldLayoutId id="2147483723" r:id="rId65"/>
    <p:sldLayoutId id="2147483724" r:id="rId66"/>
    <p:sldLayoutId id="2147483725" r:id="rId67"/>
    <p:sldLayoutId id="2147483726" r:id="rId68"/>
    <p:sldLayoutId id="2147483727" r:id="rId69"/>
    <p:sldLayoutId id="2147483728" r:id="rId70"/>
    <p:sldLayoutId id="2147483729" r:id="rId7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 userDrawn="1">
          <p15:clr>
            <a:srgbClr val="F26B43"/>
          </p15:clr>
        </p15:guide>
        <p15:guide id="3" pos="189" userDrawn="1">
          <p15:clr>
            <a:srgbClr val="F26B43"/>
          </p15:clr>
        </p15:guide>
        <p15:guide id="4" pos="5576" userDrawn="1">
          <p15:clr>
            <a:srgbClr val="F26B43"/>
          </p15:clr>
        </p15:guide>
        <p15:guide id="11" orient="horz" pos="4065" userDrawn="1">
          <p15:clr>
            <a:srgbClr val="F26B43"/>
          </p15:clr>
        </p15:guide>
        <p15:guide id="12" pos="590" userDrawn="1">
          <p15:clr>
            <a:srgbClr val="F26B43"/>
          </p15:clr>
        </p15:guide>
        <p15:guide id="13" pos="644" userDrawn="1">
          <p15:clr>
            <a:srgbClr val="F26B43"/>
          </p15:clr>
        </p15:guide>
        <p15:guide id="14" pos="1043" userDrawn="1">
          <p15:clr>
            <a:srgbClr val="F26B43"/>
          </p15:clr>
        </p15:guide>
        <p15:guide id="15" pos="1096" userDrawn="1">
          <p15:clr>
            <a:srgbClr val="F26B43"/>
          </p15:clr>
        </p15:guide>
        <p15:guide id="16" pos="1496" userDrawn="1">
          <p15:clr>
            <a:srgbClr val="F26B43"/>
          </p15:clr>
        </p15:guide>
        <p15:guide id="17" pos="1550" userDrawn="1">
          <p15:clr>
            <a:srgbClr val="F26B43"/>
          </p15:clr>
        </p15:guide>
        <p15:guide id="18" pos="1950" userDrawn="1">
          <p15:clr>
            <a:srgbClr val="F26B43"/>
          </p15:clr>
        </p15:guide>
        <p15:guide id="19" pos="2003" userDrawn="1">
          <p15:clr>
            <a:srgbClr val="F26B43"/>
          </p15:clr>
        </p15:guide>
        <p15:guide id="20" pos="2403" userDrawn="1">
          <p15:clr>
            <a:srgbClr val="F26B43"/>
          </p15:clr>
        </p15:guide>
        <p15:guide id="21" pos="2456" userDrawn="1">
          <p15:clr>
            <a:srgbClr val="F26B43"/>
          </p15:clr>
        </p15:guide>
        <p15:guide id="22" pos="2855" userDrawn="1">
          <p15:clr>
            <a:srgbClr val="F26B43"/>
          </p15:clr>
        </p15:guide>
        <p15:guide id="23" pos="2909" userDrawn="1">
          <p15:clr>
            <a:srgbClr val="F26B43"/>
          </p15:clr>
        </p15:guide>
        <p15:guide id="24" pos="3309" userDrawn="1">
          <p15:clr>
            <a:srgbClr val="F26B43"/>
          </p15:clr>
        </p15:guide>
        <p15:guide id="25" pos="3762" userDrawn="1">
          <p15:clr>
            <a:srgbClr val="F26B43"/>
          </p15:clr>
        </p15:guide>
        <p15:guide id="26" pos="3363" userDrawn="1">
          <p15:clr>
            <a:srgbClr val="F26B43"/>
          </p15:clr>
        </p15:guide>
        <p15:guide id="27" pos="3816" userDrawn="1">
          <p15:clr>
            <a:srgbClr val="F26B43"/>
          </p15:clr>
        </p15:guide>
        <p15:guide id="28" pos="4216" userDrawn="1">
          <p15:clr>
            <a:srgbClr val="F26B43"/>
          </p15:clr>
        </p15:guide>
        <p15:guide id="29" pos="4270" userDrawn="1">
          <p15:clr>
            <a:srgbClr val="F26B43"/>
          </p15:clr>
        </p15:guide>
        <p15:guide id="30" pos="4668" userDrawn="1">
          <p15:clr>
            <a:srgbClr val="F26B43"/>
          </p15:clr>
        </p15:guide>
        <p15:guide id="31" pos="4723" userDrawn="1">
          <p15:clr>
            <a:srgbClr val="F26B43"/>
          </p15:clr>
        </p15:guide>
        <p15:guide id="32" pos="5121" userDrawn="1">
          <p15:clr>
            <a:srgbClr val="F26B43"/>
          </p15:clr>
        </p15:guide>
        <p15:guide id="33" pos="5175" userDrawn="1">
          <p15:clr>
            <a:srgbClr val="F26B43"/>
          </p15:clr>
        </p15:guide>
        <p15:guide id="34" orient="horz" pos="506" userDrawn="1">
          <p15:clr>
            <a:srgbClr val="F26B43"/>
          </p15:clr>
        </p15:guide>
        <p15:guide id="35" orient="horz" pos="578" userDrawn="1">
          <p15:clr>
            <a:srgbClr val="F26B43"/>
          </p15:clr>
        </p15:guide>
        <p15:guide id="36" orient="horz" pos="830" userDrawn="1">
          <p15:clr>
            <a:srgbClr val="F26B43"/>
          </p15:clr>
        </p15:guide>
        <p15:guide id="37" orient="horz" pos="900" userDrawn="1">
          <p15:clr>
            <a:srgbClr val="F26B43"/>
          </p15:clr>
        </p15:guide>
        <p15:guide id="38" orient="horz" pos="1152" userDrawn="1">
          <p15:clr>
            <a:srgbClr val="F26B43"/>
          </p15:clr>
        </p15:guide>
        <p15:guide id="39" orient="horz" pos="1226" userDrawn="1">
          <p15:clr>
            <a:srgbClr val="F26B43"/>
          </p15:clr>
        </p15:guide>
        <p15:guide id="40" orient="horz" pos="1476" userDrawn="1">
          <p15:clr>
            <a:srgbClr val="F26B43"/>
          </p15:clr>
        </p15:guide>
        <p15:guide id="41" orient="horz" pos="1800" userDrawn="1">
          <p15:clr>
            <a:srgbClr val="F26B43"/>
          </p15:clr>
        </p15:guide>
        <p15:guide id="42" orient="horz" pos="1872" userDrawn="1">
          <p15:clr>
            <a:srgbClr val="F26B43"/>
          </p15:clr>
        </p15:guide>
        <p15:guide id="43" orient="horz" pos="2123" userDrawn="1">
          <p15:clr>
            <a:srgbClr val="F26B43"/>
          </p15:clr>
        </p15:guide>
        <p15:guide id="44" orient="horz" pos="2195" userDrawn="1">
          <p15:clr>
            <a:srgbClr val="F26B43"/>
          </p15:clr>
        </p15:guide>
        <p15:guide id="45" orient="horz" pos="2447" userDrawn="1">
          <p15:clr>
            <a:srgbClr val="F26B43"/>
          </p15:clr>
        </p15:guide>
        <p15:guide id="46" orient="horz" pos="2519" userDrawn="1">
          <p15:clr>
            <a:srgbClr val="F26B43"/>
          </p15:clr>
        </p15:guide>
        <p15:guide id="47" orient="horz" pos="2771" userDrawn="1">
          <p15:clr>
            <a:srgbClr val="F26B43"/>
          </p15:clr>
        </p15:guide>
        <p15:guide id="48" orient="horz" pos="2843" userDrawn="1">
          <p15:clr>
            <a:srgbClr val="F26B43"/>
          </p15:clr>
        </p15:guide>
        <p15:guide id="49" orient="horz" pos="3095" userDrawn="1">
          <p15:clr>
            <a:srgbClr val="F26B43"/>
          </p15:clr>
        </p15:guide>
        <p15:guide id="50" orient="horz" pos="3167" userDrawn="1">
          <p15:clr>
            <a:srgbClr val="F26B43"/>
          </p15:clr>
        </p15:guide>
        <p15:guide id="51" orient="horz" pos="3417" userDrawn="1">
          <p15:clr>
            <a:srgbClr val="F26B43"/>
          </p15:clr>
        </p15:guide>
        <p15:guide id="52" orient="horz" pos="3489" userDrawn="1">
          <p15:clr>
            <a:srgbClr val="F26B43"/>
          </p15:clr>
        </p15:guide>
        <p15:guide id="53" orient="horz" pos="3741" userDrawn="1">
          <p15:clr>
            <a:srgbClr val="F26B43"/>
          </p15:clr>
        </p15:guide>
        <p15:guide id="54" orient="horz" pos="3813" userDrawn="1">
          <p15:clr>
            <a:srgbClr val="F26B43"/>
          </p15:clr>
        </p15:guide>
        <p15:guide id="55" orient="horz" pos="1548" userDrawn="1">
          <p15:clr>
            <a:srgbClr val="F26B43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WCPRESENTATION" val="true"/>
</p:tagLst>
</file>

<file path=ppt/theme/theme1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31872AC-BFE7-43BD-9659-3986DC2122BB}">
  <we:reference id="6bb0fabe-aef4-4e3d-874a-99b48edaaa91" version="1.0.0.1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536D357CFC0D459EDD9591046E3E0E" ma:contentTypeVersion="16" ma:contentTypeDescription="Create a new document." ma:contentTypeScope="" ma:versionID="d8a35288d785e385e236a60305ce5dce">
  <xsd:schema xmlns:xsd="http://www.w3.org/2001/XMLSchema" xmlns:xs="http://www.w3.org/2001/XMLSchema" xmlns:p="http://schemas.microsoft.com/office/2006/metadata/properties" xmlns:ns3="e5a82f31-c2ae-4d96-85ba-ea2231572c71" xmlns:ns4="6e976282-4df5-457a-a572-ca48e32109e3" targetNamespace="http://schemas.microsoft.com/office/2006/metadata/properties" ma:root="true" ma:fieldsID="0dd7ad38ec117da1c0db7207dd4a9b86" ns3:_="" ns4:_="">
    <xsd:import namespace="e5a82f31-c2ae-4d96-85ba-ea2231572c71"/>
    <xsd:import namespace="6e976282-4df5-457a-a572-ca48e32109e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ystemTags" minOccurs="0"/>
                <xsd:element ref="ns3:MediaServiceOCR" minOccurs="0"/>
                <xsd:element ref="ns3:MediaServiceSearchProperties" minOccurs="0"/>
                <xsd:element ref="ns3:MediaServiceLocation" minOccurs="0"/>
                <xsd:element ref="ns4:_dlc_DocId" minOccurs="0"/>
                <xsd:element ref="ns4:_dlc_DocIdUrl" minOccurs="0"/>
                <xsd:element ref="ns4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a82f31-c2ae-4d96-85ba-ea2231572c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976282-4df5-457a-a572-ca48e32109e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  <xsd:element name="_dlc_DocId" ma:index="24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25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6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5a82f31-c2ae-4d96-85ba-ea2231572c71" xsi:nil="true"/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7AA15423-6585-43F4-9294-E6FFEE2D816B}">
  <ds:schemaRefs>
    <ds:schemaRef ds:uri="6e976282-4df5-457a-a572-ca48e32109e3"/>
    <ds:schemaRef ds:uri="e5a82f31-c2ae-4d96-85ba-ea2231572c7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D0973BF-9360-48CF-B75E-DAE75543B1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110A68-AE07-478A-B602-D0C4F92A69D8}">
  <ds:schemaRefs>
    <ds:schemaRef ds:uri="6e976282-4df5-457a-a572-ca48e32109e3"/>
    <ds:schemaRef ds:uri="e5a82f31-c2ae-4d96-85ba-ea2231572c7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92672FE4-920B-495A-A6D2-BD37256A815D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3D4BA76</Template>
  <TotalTime>0</TotalTime>
  <Words>958</Words>
  <Application>Microsoft Office PowerPoint</Application>
  <PresentationFormat>On-screen Show (4:3)</PresentationFormat>
  <Paragraphs>155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Georgia</vt:lpstr>
      <vt:lpstr>Wingdings</vt:lpstr>
      <vt:lpstr>PwC Slide Master</vt:lpstr>
      <vt:lpstr>Container based AI Solutions   Approved Deployment Patterns</vt:lpstr>
      <vt:lpstr>PowerPoint Presentation</vt:lpstr>
      <vt:lpstr>How to Read These Patterns</vt:lpstr>
      <vt:lpstr>Pattern 1: PwC Internal Hosted (Internal Use Only)</vt:lpstr>
      <vt:lpstr>Pattern 2: PwC Internal Hosted (Restricted Teams, Client Data)</vt:lpstr>
      <vt:lpstr>Pattern 3: PwC Hosted for Client Delivery (No Client Access)</vt:lpstr>
      <vt:lpstr>Pattern 4: PwC Hosted, Client Accessible</vt:lpstr>
      <vt:lpstr>Pattern 5: Client Hosted, PwC App Operated</vt:lpstr>
      <vt:lpstr>Internal to External Transition</vt:lpstr>
      <vt:lpstr>Explicitly Disallowed Patterns</vt:lpstr>
      <vt:lpstr>Core Platform Model - Intent → Engine → Measure A consistent platform, with risk and governance scaling by use case and client profile </vt:lpstr>
      <vt:lpstr>Use Case &amp; Client Profile Scaling</vt:lpstr>
      <vt:lpstr>Key Message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David Martin (CA)</dc:creator>
  <cp:keywords/>
  <dc:description>generated using python-pptx</dc:description>
  <cp:lastModifiedBy>David Martin (CA)</cp:lastModifiedBy>
  <cp:revision>6</cp:revision>
  <dcterms:created xsi:type="dcterms:W3CDTF">2026-01-26T14:12:56Z</dcterms:created>
  <dcterms:modified xsi:type="dcterms:W3CDTF">2026-01-29T17:00:28Z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0x010100E6536D357CFC0D459EDD9591046E3E0E</vt:lpwstr>
  </property>
</Properties>
</file>